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 /><Relationship Id="rId1" Type="http://schemas.openxmlformats.org/officeDocument/2006/relationships/image" Target="../media/image3.svg" 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image" Target="../media/image6.svg" /><Relationship Id="rId1" Type="http://schemas.openxmlformats.org/officeDocument/2006/relationships/image" Target="../media/image5.svg" /><Relationship Id="rId6" Type="http://schemas.openxmlformats.org/officeDocument/2006/relationships/image" Target="../media/image10.svg" /><Relationship Id="rId5" Type="http://schemas.openxmlformats.org/officeDocument/2006/relationships/image" Target="../media/image9.svg" /><Relationship Id="rId4" Type="http://schemas.openxmlformats.org/officeDocument/2006/relationships/image" Target="../media/image8.svg" 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 /><Relationship Id="rId1" Type="http://schemas.openxmlformats.org/officeDocument/2006/relationships/image" Target="../media/image5.svg" 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svg" /><Relationship Id="rId1" Type="http://schemas.openxmlformats.org/officeDocument/2006/relationships/image" Target="../media/image5.svg" /><Relationship Id="rId5" Type="http://schemas.openxmlformats.org/officeDocument/2006/relationships/image" Target="../media/image15.svg" /><Relationship Id="rId4" Type="http://schemas.openxmlformats.org/officeDocument/2006/relationships/image" Target="../media/image14.svg" 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 /><Relationship Id="rId2" Type="http://schemas.openxmlformats.org/officeDocument/2006/relationships/image" Target="../media/image19.svg" /><Relationship Id="rId1" Type="http://schemas.openxmlformats.org/officeDocument/2006/relationships/image" Target="../media/image18.svg" /><Relationship Id="rId6" Type="http://schemas.openxmlformats.org/officeDocument/2006/relationships/image" Target="../media/image23.svg" /><Relationship Id="rId5" Type="http://schemas.openxmlformats.org/officeDocument/2006/relationships/image" Target="../media/image22.svg" /><Relationship Id="rId4" Type="http://schemas.openxmlformats.org/officeDocument/2006/relationships/image" Target="../media/image21.svg" 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 /><Relationship Id="rId1" Type="http://schemas.openxmlformats.org/officeDocument/2006/relationships/image" Target="../media/image25.svg" 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 /><Relationship Id="rId1" Type="http://schemas.openxmlformats.org/officeDocument/2006/relationships/image" Target="../media/image3.svg" 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image" Target="../media/image6.svg" /><Relationship Id="rId1" Type="http://schemas.openxmlformats.org/officeDocument/2006/relationships/image" Target="../media/image5.svg" /><Relationship Id="rId6" Type="http://schemas.openxmlformats.org/officeDocument/2006/relationships/image" Target="../media/image10.svg" /><Relationship Id="rId5" Type="http://schemas.openxmlformats.org/officeDocument/2006/relationships/image" Target="../media/image9.svg" /><Relationship Id="rId4" Type="http://schemas.openxmlformats.org/officeDocument/2006/relationships/image" Target="../media/image8.svg" 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 /><Relationship Id="rId1" Type="http://schemas.openxmlformats.org/officeDocument/2006/relationships/image" Target="../media/image5.svg" 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svg" /><Relationship Id="rId1" Type="http://schemas.openxmlformats.org/officeDocument/2006/relationships/image" Target="../media/image5.svg" /><Relationship Id="rId5" Type="http://schemas.openxmlformats.org/officeDocument/2006/relationships/image" Target="../media/image15.svg" /><Relationship Id="rId4" Type="http://schemas.openxmlformats.org/officeDocument/2006/relationships/image" Target="../media/image14.svg" 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 /><Relationship Id="rId2" Type="http://schemas.openxmlformats.org/officeDocument/2006/relationships/image" Target="../media/image19.svg" /><Relationship Id="rId1" Type="http://schemas.openxmlformats.org/officeDocument/2006/relationships/image" Target="../media/image18.svg" /><Relationship Id="rId6" Type="http://schemas.openxmlformats.org/officeDocument/2006/relationships/image" Target="../media/image23.svg" /><Relationship Id="rId5" Type="http://schemas.openxmlformats.org/officeDocument/2006/relationships/image" Target="../media/image22.svg" /><Relationship Id="rId4" Type="http://schemas.openxmlformats.org/officeDocument/2006/relationships/image" Target="../media/image21.svg" 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 /><Relationship Id="rId1" Type="http://schemas.openxmlformats.org/officeDocument/2006/relationships/image" Target="../media/image25.sv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E01863-C3F9-423E-ABAE-DD9AF46345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A9D1C89-0535-4926-9788-6590D1D5F838}">
      <dgm:prSet/>
      <dgm:spPr/>
      <dgm:t>
        <a:bodyPr/>
        <a:lstStyle/>
        <a:p>
          <a:r>
            <a:rPr lang="en-US"/>
            <a:t>Your Fitness, Reimagined.</a:t>
          </a:r>
        </a:p>
      </dgm:t>
    </dgm:pt>
    <dgm:pt modelId="{306818BA-30AB-496C-B374-A10E286BBB8C}" type="parTrans" cxnId="{6C41625D-26D1-4BCB-A3BA-E072F710C658}">
      <dgm:prSet/>
      <dgm:spPr/>
      <dgm:t>
        <a:bodyPr/>
        <a:lstStyle/>
        <a:p>
          <a:endParaRPr lang="en-US"/>
        </a:p>
      </dgm:t>
    </dgm:pt>
    <dgm:pt modelId="{C7061B48-96AE-4A11-9A56-E586B0D6FE17}" type="sibTrans" cxnId="{6C41625D-26D1-4BCB-A3BA-E072F710C658}">
      <dgm:prSet/>
      <dgm:spPr/>
      <dgm:t>
        <a:bodyPr/>
        <a:lstStyle/>
        <a:p>
          <a:endParaRPr lang="en-US"/>
        </a:p>
      </dgm:t>
    </dgm:pt>
    <dgm:pt modelId="{EA976388-BB5E-4C84-B65E-6BDE8488D0C7}">
      <dgm:prSet/>
      <dgm:spPr/>
      <dgm:t>
        <a:bodyPr/>
        <a:lstStyle/>
        <a:p>
          <a:r>
            <a:rPr lang="en-US"/>
            <a:t>FitBuddy is a dynamic training partner that adapts to your progress, schedule, and challenges.</a:t>
          </a:r>
        </a:p>
      </dgm:t>
    </dgm:pt>
    <dgm:pt modelId="{6D3A1DDC-D4D5-4154-A01A-A03500405E1B}" type="parTrans" cxnId="{D7E55C46-8540-4D7F-A914-D7B3A4804061}">
      <dgm:prSet/>
      <dgm:spPr/>
      <dgm:t>
        <a:bodyPr/>
        <a:lstStyle/>
        <a:p>
          <a:endParaRPr lang="en-US"/>
        </a:p>
      </dgm:t>
    </dgm:pt>
    <dgm:pt modelId="{973A5FAE-E34C-4EA0-B00C-424AB16C1B68}" type="sibTrans" cxnId="{D7E55C46-8540-4D7F-A914-D7B3A4804061}">
      <dgm:prSet/>
      <dgm:spPr/>
      <dgm:t>
        <a:bodyPr/>
        <a:lstStyle/>
        <a:p>
          <a:endParaRPr lang="en-US"/>
        </a:p>
      </dgm:t>
    </dgm:pt>
    <dgm:pt modelId="{66A27D78-7D8B-4C21-9BEE-2242FDA09E51}" type="pres">
      <dgm:prSet presAssocID="{85E01863-C3F9-423E-ABAE-DD9AF46345F4}" presName="root" presStyleCnt="0">
        <dgm:presLayoutVars>
          <dgm:dir/>
          <dgm:resizeHandles val="exact"/>
        </dgm:presLayoutVars>
      </dgm:prSet>
      <dgm:spPr/>
    </dgm:pt>
    <dgm:pt modelId="{FC5BB942-305A-441B-B9B4-4850F4E588FD}" type="pres">
      <dgm:prSet presAssocID="{0A9D1C89-0535-4926-9788-6590D1D5F838}" presName="compNode" presStyleCnt="0"/>
      <dgm:spPr/>
    </dgm:pt>
    <dgm:pt modelId="{3521FFE8-3B6A-4EFA-B161-58D61B0D8E05}" type="pres">
      <dgm:prSet presAssocID="{0A9D1C89-0535-4926-9788-6590D1D5F838}" presName="bgRect" presStyleLbl="bgShp" presStyleIdx="0" presStyleCnt="2"/>
      <dgm:spPr/>
    </dgm:pt>
    <dgm:pt modelId="{853E7463-CA22-4D33-B900-BBE2E7441C11}" type="pres">
      <dgm:prSet presAssocID="{0A9D1C89-0535-4926-9788-6590D1D5F83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718438CB-17AD-42FD-A240-5D1DEEB23D7B}" type="pres">
      <dgm:prSet presAssocID="{0A9D1C89-0535-4926-9788-6590D1D5F838}" presName="spaceRect" presStyleCnt="0"/>
      <dgm:spPr/>
    </dgm:pt>
    <dgm:pt modelId="{A972A125-36F2-499C-89EC-5DF14831ACB9}" type="pres">
      <dgm:prSet presAssocID="{0A9D1C89-0535-4926-9788-6590D1D5F838}" presName="parTx" presStyleLbl="revTx" presStyleIdx="0" presStyleCnt="2">
        <dgm:presLayoutVars>
          <dgm:chMax val="0"/>
          <dgm:chPref val="0"/>
        </dgm:presLayoutVars>
      </dgm:prSet>
      <dgm:spPr/>
    </dgm:pt>
    <dgm:pt modelId="{3F13E1D2-156A-4452-A70A-884754A6F741}" type="pres">
      <dgm:prSet presAssocID="{C7061B48-96AE-4A11-9A56-E586B0D6FE17}" presName="sibTrans" presStyleCnt="0"/>
      <dgm:spPr/>
    </dgm:pt>
    <dgm:pt modelId="{486A1889-629A-4A6D-BB74-57672E8E33BA}" type="pres">
      <dgm:prSet presAssocID="{EA976388-BB5E-4C84-B65E-6BDE8488D0C7}" presName="compNode" presStyleCnt="0"/>
      <dgm:spPr/>
    </dgm:pt>
    <dgm:pt modelId="{AAFB406D-7AF3-430E-845C-4EF122E60A5F}" type="pres">
      <dgm:prSet presAssocID="{EA976388-BB5E-4C84-B65E-6BDE8488D0C7}" presName="bgRect" presStyleLbl="bgShp" presStyleIdx="1" presStyleCnt="2"/>
      <dgm:spPr/>
    </dgm:pt>
    <dgm:pt modelId="{83FA5703-A104-4DA9-8279-2225F2B4CCE4}" type="pres">
      <dgm:prSet presAssocID="{EA976388-BB5E-4C84-B65E-6BDE8488D0C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C61F4438-9B05-4653-8AD5-BA927F7D70C3}" type="pres">
      <dgm:prSet presAssocID="{EA976388-BB5E-4C84-B65E-6BDE8488D0C7}" presName="spaceRect" presStyleCnt="0"/>
      <dgm:spPr/>
    </dgm:pt>
    <dgm:pt modelId="{1003412E-47DB-4CF6-992A-166A1858EE7F}" type="pres">
      <dgm:prSet presAssocID="{EA976388-BB5E-4C84-B65E-6BDE8488D0C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C41625D-26D1-4BCB-A3BA-E072F710C658}" srcId="{85E01863-C3F9-423E-ABAE-DD9AF46345F4}" destId="{0A9D1C89-0535-4926-9788-6590D1D5F838}" srcOrd="0" destOrd="0" parTransId="{306818BA-30AB-496C-B374-A10E286BBB8C}" sibTransId="{C7061B48-96AE-4A11-9A56-E586B0D6FE17}"/>
    <dgm:cxn modelId="{607C9763-CD66-4190-9E82-53D114FFFEC2}" type="presOf" srcId="{EA976388-BB5E-4C84-B65E-6BDE8488D0C7}" destId="{1003412E-47DB-4CF6-992A-166A1858EE7F}" srcOrd="0" destOrd="0" presId="urn:microsoft.com/office/officeart/2018/2/layout/IconVerticalSolidList"/>
    <dgm:cxn modelId="{D7E55C46-8540-4D7F-A914-D7B3A4804061}" srcId="{85E01863-C3F9-423E-ABAE-DD9AF46345F4}" destId="{EA976388-BB5E-4C84-B65E-6BDE8488D0C7}" srcOrd="1" destOrd="0" parTransId="{6D3A1DDC-D4D5-4154-A01A-A03500405E1B}" sibTransId="{973A5FAE-E34C-4EA0-B00C-424AB16C1B68}"/>
    <dgm:cxn modelId="{93C4E17A-2A21-4E4D-BC2F-251F031E58AE}" type="presOf" srcId="{0A9D1C89-0535-4926-9788-6590D1D5F838}" destId="{A972A125-36F2-499C-89EC-5DF14831ACB9}" srcOrd="0" destOrd="0" presId="urn:microsoft.com/office/officeart/2018/2/layout/IconVerticalSolidList"/>
    <dgm:cxn modelId="{25489891-B921-4232-8334-A2A9784CFC0A}" type="presOf" srcId="{85E01863-C3F9-423E-ABAE-DD9AF46345F4}" destId="{66A27D78-7D8B-4C21-9BEE-2242FDA09E51}" srcOrd="0" destOrd="0" presId="urn:microsoft.com/office/officeart/2018/2/layout/IconVerticalSolidList"/>
    <dgm:cxn modelId="{65548B39-A285-4BE3-9E18-2D4939B1F6C1}" type="presParOf" srcId="{66A27D78-7D8B-4C21-9BEE-2242FDA09E51}" destId="{FC5BB942-305A-441B-B9B4-4850F4E588FD}" srcOrd="0" destOrd="0" presId="urn:microsoft.com/office/officeart/2018/2/layout/IconVerticalSolidList"/>
    <dgm:cxn modelId="{D6EA70C3-F305-4B7F-B89A-72A4A329992A}" type="presParOf" srcId="{FC5BB942-305A-441B-B9B4-4850F4E588FD}" destId="{3521FFE8-3B6A-4EFA-B161-58D61B0D8E05}" srcOrd="0" destOrd="0" presId="urn:microsoft.com/office/officeart/2018/2/layout/IconVerticalSolidList"/>
    <dgm:cxn modelId="{FDE8415A-AD67-40FE-82A3-8835E464997A}" type="presParOf" srcId="{FC5BB942-305A-441B-B9B4-4850F4E588FD}" destId="{853E7463-CA22-4D33-B900-BBE2E7441C11}" srcOrd="1" destOrd="0" presId="urn:microsoft.com/office/officeart/2018/2/layout/IconVerticalSolidList"/>
    <dgm:cxn modelId="{11FC5A49-B5A4-4D4F-A7F0-7E35518CC8C6}" type="presParOf" srcId="{FC5BB942-305A-441B-B9B4-4850F4E588FD}" destId="{718438CB-17AD-42FD-A240-5D1DEEB23D7B}" srcOrd="2" destOrd="0" presId="urn:microsoft.com/office/officeart/2018/2/layout/IconVerticalSolidList"/>
    <dgm:cxn modelId="{406E6263-61EE-49A3-A4E4-49FD61589B68}" type="presParOf" srcId="{FC5BB942-305A-441B-B9B4-4850F4E588FD}" destId="{A972A125-36F2-499C-89EC-5DF14831ACB9}" srcOrd="3" destOrd="0" presId="urn:microsoft.com/office/officeart/2018/2/layout/IconVerticalSolidList"/>
    <dgm:cxn modelId="{1550681E-23E6-4A5D-ABD4-7ACC7B0FABBB}" type="presParOf" srcId="{66A27D78-7D8B-4C21-9BEE-2242FDA09E51}" destId="{3F13E1D2-156A-4452-A70A-884754A6F741}" srcOrd="1" destOrd="0" presId="urn:microsoft.com/office/officeart/2018/2/layout/IconVerticalSolidList"/>
    <dgm:cxn modelId="{12BD0389-F8D7-44E2-B8A3-79999EB3DF17}" type="presParOf" srcId="{66A27D78-7D8B-4C21-9BEE-2242FDA09E51}" destId="{486A1889-629A-4A6D-BB74-57672E8E33BA}" srcOrd="2" destOrd="0" presId="urn:microsoft.com/office/officeart/2018/2/layout/IconVerticalSolidList"/>
    <dgm:cxn modelId="{480ECB2C-8B19-4AA9-B7AF-826DEE4D5F17}" type="presParOf" srcId="{486A1889-629A-4A6D-BB74-57672E8E33BA}" destId="{AAFB406D-7AF3-430E-845C-4EF122E60A5F}" srcOrd="0" destOrd="0" presId="urn:microsoft.com/office/officeart/2018/2/layout/IconVerticalSolidList"/>
    <dgm:cxn modelId="{A813B86D-5CE2-42F6-A5B4-EECF22AF8BAB}" type="presParOf" srcId="{486A1889-629A-4A6D-BB74-57672E8E33BA}" destId="{83FA5703-A104-4DA9-8279-2225F2B4CCE4}" srcOrd="1" destOrd="0" presId="urn:microsoft.com/office/officeart/2018/2/layout/IconVerticalSolidList"/>
    <dgm:cxn modelId="{3F23C021-409D-4C6B-9552-001AE8846854}" type="presParOf" srcId="{486A1889-629A-4A6D-BB74-57672E8E33BA}" destId="{C61F4438-9B05-4653-8AD5-BA927F7D70C3}" srcOrd="2" destOrd="0" presId="urn:microsoft.com/office/officeart/2018/2/layout/IconVerticalSolidList"/>
    <dgm:cxn modelId="{4EF0F76A-6838-4D20-9E14-301183DE77F9}" type="presParOf" srcId="{486A1889-629A-4A6D-BB74-57672E8E33BA}" destId="{1003412E-47DB-4CF6-992A-166A1858EE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2368BE-C38A-4715-94DE-18204C65EB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2BFE2A-852E-43AE-9EFA-7AD5C5CF2AFB}">
      <dgm:prSet/>
      <dgm:spPr/>
      <dgm:t>
        <a:bodyPr/>
        <a:lstStyle/>
        <a:p>
          <a:r>
            <a:rPr lang="en-US"/>
            <a:t>Personalized Workouts </a:t>
          </a:r>
        </a:p>
      </dgm:t>
    </dgm:pt>
    <dgm:pt modelId="{34ACB8A5-D850-4AED-86CD-0D1B1299DB8C}" type="parTrans" cxnId="{B3CF37DC-5E1D-47D7-9F75-BDAEF91270E9}">
      <dgm:prSet/>
      <dgm:spPr/>
      <dgm:t>
        <a:bodyPr/>
        <a:lstStyle/>
        <a:p>
          <a:endParaRPr lang="en-US"/>
        </a:p>
      </dgm:t>
    </dgm:pt>
    <dgm:pt modelId="{3A70F343-D3AB-49FC-AA29-1069806C0433}" type="sibTrans" cxnId="{B3CF37DC-5E1D-47D7-9F75-BDAEF91270E9}">
      <dgm:prSet/>
      <dgm:spPr/>
      <dgm:t>
        <a:bodyPr/>
        <a:lstStyle/>
        <a:p>
          <a:endParaRPr lang="en-US"/>
        </a:p>
      </dgm:t>
    </dgm:pt>
    <dgm:pt modelId="{1CBC69F6-2036-4821-9D83-41A4B2566135}">
      <dgm:prSet/>
      <dgm:spPr/>
      <dgm:t>
        <a:bodyPr/>
        <a:lstStyle/>
        <a:p>
          <a:r>
            <a:rPr lang="en-US"/>
            <a:t>Based on your goals and fitness level. </a:t>
          </a:r>
        </a:p>
      </dgm:t>
    </dgm:pt>
    <dgm:pt modelId="{E5626A07-58AB-4A12-A012-CB5CD46334C9}" type="parTrans" cxnId="{5A605BDA-65E9-419B-BE3E-5A9CAB52565D}">
      <dgm:prSet/>
      <dgm:spPr/>
      <dgm:t>
        <a:bodyPr/>
        <a:lstStyle/>
        <a:p>
          <a:endParaRPr lang="en-US"/>
        </a:p>
      </dgm:t>
    </dgm:pt>
    <dgm:pt modelId="{B200D749-AF30-4CCA-BF19-4858F4AC0FE4}" type="sibTrans" cxnId="{5A605BDA-65E9-419B-BE3E-5A9CAB52565D}">
      <dgm:prSet/>
      <dgm:spPr/>
      <dgm:t>
        <a:bodyPr/>
        <a:lstStyle/>
        <a:p>
          <a:endParaRPr lang="en-US"/>
        </a:p>
      </dgm:t>
    </dgm:pt>
    <dgm:pt modelId="{B8CCE810-D2C9-47B0-8242-0B7AEBE1F8F5}">
      <dgm:prSet/>
      <dgm:spPr/>
      <dgm:t>
        <a:bodyPr/>
        <a:lstStyle/>
        <a:p>
          <a:r>
            <a:rPr lang="en-US"/>
            <a:t>Flexible Plans</a:t>
          </a:r>
        </a:p>
      </dgm:t>
    </dgm:pt>
    <dgm:pt modelId="{57A461C1-B44B-498B-8020-83844B612EFF}" type="parTrans" cxnId="{DE48E9CE-AAE4-4C3D-A9D0-1EFD5960D22C}">
      <dgm:prSet/>
      <dgm:spPr/>
      <dgm:t>
        <a:bodyPr/>
        <a:lstStyle/>
        <a:p>
          <a:endParaRPr lang="en-US"/>
        </a:p>
      </dgm:t>
    </dgm:pt>
    <dgm:pt modelId="{0A78E6FB-ECEB-4DA3-9610-DACC9D3C0C53}" type="sibTrans" cxnId="{DE48E9CE-AAE4-4C3D-A9D0-1EFD5960D22C}">
      <dgm:prSet/>
      <dgm:spPr/>
      <dgm:t>
        <a:bodyPr/>
        <a:lstStyle/>
        <a:p>
          <a:endParaRPr lang="en-US"/>
        </a:p>
      </dgm:t>
    </dgm:pt>
    <dgm:pt modelId="{7209C195-133C-410C-ACC1-E7FE77C9C0AF}">
      <dgm:prSet/>
      <dgm:spPr/>
      <dgm:t>
        <a:bodyPr/>
        <a:lstStyle/>
        <a:p>
          <a:r>
            <a:rPr lang="en-US"/>
            <a:t>Adapts to your schedule and energy. </a:t>
          </a:r>
        </a:p>
      </dgm:t>
    </dgm:pt>
    <dgm:pt modelId="{88F41C66-77EF-469D-99E1-6EF379C8F431}" type="parTrans" cxnId="{2D4D074E-A875-41F1-88CD-F9F91A9DCC49}">
      <dgm:prSet/>
      <dgm:spPr/>
      <dgm:t>
        <a:bodyPr/>
        <a:lstStyle/>
        <a:p>
          <a:endParaRPr lang="en-US"/>
        </a:p>
      </dgm:t>
    </dgm:pt>
    <dgm:pt modelId="{D5EFB2F1-D92B-42A1-9EE6-6296F7F9A23D}" type="sibTrans" cxnId="{2D4D074E-A875-41F1-88CD-F9F91A9DCC49}">
      <dgm:prSet/>
      <dgm:spPr/>
      <dgm:t>
        <a:bodyPr/>
        <a:lstStyle/>
        <a:p>
          <a:endParaRPr lang="en-US"/>
        </a:p>
      </dgm:t>
    </dgm:pt>
    <dgm:pt modelId="{DF796C9B-56A1-47AA-B4C7-A343FB468F90}">
      <dgm:prSet/>
      <dgm:spPr/>
      <dgm:t>
        <a:bodyPr/>
        <a:lstStyle/>
        <a:p>
          <a:r>
            <a:rPr lang="en-US"/>
            <a:t>Progressive Training</a:t>
          </a:r>
        </a:p>
      </dgm:t>
    </dgm:pt>
    <dgm:pt modelId="{770BCC44-75B5-4E4D-81C9-EA6A7086A265}" type="parTrans" cxnId="{40E4A3CF-A74F-40DF-B3C5-A45F00F8BBD3}">
      <dgm:prSet/>
      <dgm:spPr/>
      <dgm:t>
        <a:bodyPr/>
        <a:lstStyle/>
        <a:p>
          <a:endParaRPr lang="en-US"/>
        </a:p>
      </dgm:t>
    </dgm:pt>
    <dgm:pt modelId="{D9BF956E-47B0-4760-B09D-72A53E127CF8}" type="sibTrans" cxnId="{40E4A3CF-A74F-40DF-B3C5-A45F00F8BBD3}">
      <dgm:prSet/>
      <dgm:spPr/>
      <dgm:t>
        <a:bodyPr/>
        <a:lstStyle/>
        <a:p>
          <a:endParaRPr lang="en-US"/>
        </a:p>
      </dgm:t>
    </dgm:pt>
    <dgm:pt modelId="{01741838-A0F7-4CE2-A65D-6255FD5B5354}">
      <dgm:prSet/>
      <dgm:spPr/>
      <dgm:t>
        <a:bodyPr/>
        <a:lstStyle/>
        <a:p>
          <a:r>
            <a:rPr lang="en-US"/>
            <a:t>Changes as you improve.</a:t>
          </a:r>
        </a:p>
      </dgm:t>
    </dgm:pt>
    <dgm:pt modelId="{6F75DE96-FD6F-473F-A8C6-AD9514691944}" type="parTrans" cxnId="{96F27398-A893-484B-9231-07FAFA96B347}">
      <dgm:prSet/>
      <dgm:spPr/>
      <dgm:t>
        <a:bodyPr/>
        <a:lstStyle/>
        <a:p>
          <a:endParaRPr lang="en-US"/>
        </a:p>
      </dgm:t>
    </dgm:pt>
    <dgm:pt modelId="{C41D0FCD-316E-414B-82F4-2F21E5E509EA}" type="sibTrans" cxnId="{96F27398-A893-484B-9231-07FAFA96B347}">
      <dgm:prSet/>
      <dgm:spPr/>
      <dgm:t>
        <a:bodyPr/>
        <a:lstStyle/>
        <a:p>
          <a:endParaRPr lang="en-US"/>
        </a:p>
      </dgm:t>
    </dgm:pt>
    <dgm:pt modelId="{1A427256-A5AC-4A81-9520-A12107730883}" type="pres">
      <dgm:prSet presAssocID="{032368BE-C38A-4715-94DE-18204C65EB50}" presName="root" presStyleCnt="0">
        <dgm:presLayoutVars>
          <dgm:dir/>
          <dgm:resizeHandles val="exact"/>
        </dgm:presLayoutVars>
      </dgm:prSet>
      <dgm:spPr/>
    </dgm:pt>
    <dgm:pt modelId="{F2A22861-19DE-4C9D-A096-EC34CCCF2EB0}" type="pres">
      <dgm:prSet presAssocID="{2B2BFE2A-852E-43AE-9EFA-7AD5C5CF2AFB}" presName="compNode" presStyleCnt="0"/>
      <dgm:spPr/>
    </dgm:pt>
    <dgm:pt modelId="{5148379A-8900-4805-8F11-64A0343D13C2}" type="pres">
      <dgm:prSet presAssocID="{2B2BFE2A-852E-43AE-9EFA-7AD5C5CF2AFB}" presName="bgRect" presStyleLbl="bgShp" presStyleIdx="0" presStyleCnt="6"/>
      <dgm:spPr/>
    </dgm:pt>
    <dgm:pt modelId="{20B13E94-87E6-4C58-B0D6-37D6E6638655}" type="pres">
      <dgm:prSet presAssocID="{2B2BFE2A-852E-43AE-9EFA-7AD5C5CF2AFB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4B150F0A-BCD9-47A9-BA11-886A3C560432}" type="pres">
      <dgm:prSet presAssocID="{2B2BFE2A-852E-43AE-9EFA-7AD5C5CF2AFB}" presName="spaceRect" presStyleCnt="0"/>
      <dgm:spPr/>
    </dgm:pt>
    <dgm:pt modelId="{0CB967D7-8191-4793-958C-5C33366A1F5B}" type="pres">
      <dgm:prSet presAssocID="{2B2BFE2A-852E-43AE-9EFA-7AD5C5CF2AFB}" presName="parTx" presStyleLbl="revTx" presStyleIdx="0" presStyleCnt="6">
        <dgm:presLayoutVars>
          <dgm:chMax val="0"/>
          <dgm:chPref val="0"/>
        </dgm:presLayoutVars>
      </dgm:prSet>
      <dgm:spPr/>
    </dgm:pt>
    <dgm:pt modelId="{01098E4C-CA46-4B16-AF02-CAEF75C557D9}" type="pres">
      <dgm:prSet presAssocID="{3A70F343-D3AB-49FC-AA29-1069806C0433}" presName="sibTrans" presStyleCnt="0"/>
      <dgm:spPr/>
    </dgm:pt>
    <dgm:pt modelId="{893F52B5-4E27-41A2-9CC4-3C8B368A793F}" type="pres">
      <dgm:prSet presAssocID="{1CBC69F6-2036-4821-9D83-41A4B2566135}" presName="compNode" presStyleCnt="0"/>
      <dgm:spPr/>
    </dgm:pt>
    <dgm:pt modelId="{55E345CB-35FB-433E-BE94-D46DD9BFD267}" type="pres">
      <dgm:prSet presAssocID="{1CBC69F6-2036-4821-9D83-41A4B2566135}" presName="bgRect" presStyleLbl="bgShp" presStyleIdx="1" presStyleCnt="6"/>
      <dgm:spPr/>
    </dgm:pt>
    <dgm:pt modelId="{2857E044-91A3-4337-B8CF-440455D2869A}" type="pres">
      <dgm:prSet presAssocID="{1CBC69F6-2036-4821-9D83-41A4B2566135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E6D2E51D-6869-442E-B762-F84D80F782DE}" type="pres">
      <dgm:prSet presAssocID="{1CBC69F6-2036-4821-9D83-41A4B2566135}" presName="spaceRect" presStyleCnt="0"/>
      <dgm:spPr/>
    </dgm:pt>
    <dgm:pt modelId="{FADA371B-C72F-47DE-AC4C-4C18066CD857}" type="pres">
      <dgm:prSet presAssocID="{1CBC69F6-2036-4821-9D83-41A4B2566135}" presName="parTx" presStyleLbl="revTx" presStyleIdx="1" presStyleCnt="6">
        <dgm:presLayoutVars>
          <dgm:chMax val="0"/>
          <dgm:chPref val="0"/>
        </dgm:presLayoutVars>
      </dgm:prSet>
      <dgm:spPr/>
    </dgm:pt>
    <dgm:pt modelId="{F427C120-1309-46CF-87DE-D745140C76FC}" type="pres">
      <dgm:prSet presAssocID="{B200D749-AF30-4CCA-BF19-4858F4AC0FE4}" presName="sibTrans" presStyleCnt="0"/>
      <dgm:spPr/>
    </dgm:pt>
    <dgm:pt modelId="{D3D42DD7-6129-4040-950F-A4F9ECBC2683}" type="pres">
      <dgm:prSet presAssocID="{B8CCE810-D2C9-47B0-8242-0B7AEBE1F8F5}" presName="compNode" presStyleCnt="0"/>
      <dgm:spPr/>
    </dgm:pt>
    <dgm:pt modelId="{6F3B6A12-4D5D-4DDB-AD43-3CFA0E4D5BFF}" type="pres">
      <dgm:prSet presAssocID="{B8CCE810-D2C9-47B0-8242-0B7AEBE1F8F5}" presName="bgRect" presStyleLbl="bgShp" presStyleIdx="2" presStyleCnt="6"/>
      <dgm:spPr/>
    </dgm:pt>
    <dgm:pt modelId="{43EEC958-F5DA-4F38-9088-E8089389E96E}" type="pres">
      <dgm:prSet presAssocID="{B8CCE810-D2C9-47B0-8242-0B7AEBE1F8F5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CB1B37D-9CF8-424A-8B0A-C15F33B88217}" type="pres">
      <dgm:prSet presAssocID="{B8CCE810-D2C9-47B0-8242-0B7AEBE1F8F5}" presName="spaceRect" presStyleCnt="0"/>
      <dgm:spPr/>
    </dgm:pt>
    <dgm:pt modelId="{8AFEDF98-77E3-4F5C-A15B-632E79A42043}" type="pres">
      <dgm:prSet presAssocID="{B8CCE810-D2C9-47B0-8242-0B7AEBE1F8F5}" presName="parTx" presStyleLbl="revTx" presStyleIdx="2" presStyleCnt="6">
        <dgm:presLayoutVars>
          <dgm:chMax val="0"/>
          <dgm:chPref val="0"/>
        </dgm:presLayoutVars>
      </dgm:prSet>
      <dgm:spPr/>
    </dgm:pt>
    <dgm:pt modelId="{BA5590D0-D62C-4DB0-AE4E-A3332AE6A80B}" type="pres">
      <dgm:prSet presAssocID="{0A78E6FB-ECEB-4DA3-9610-DACC9D3C0C53}" presName="sibTrans" presStyleCnt="0"/>
      <dgm:spPr/>
    </dgm:pt>
    <dgm:pt modelId="{BB8A846E-B7D6-48D6-82E7-5E680EA864FB}" type="pres">
      <dgm:prSet presAssocID="{7209C195-133C-410C-ACC1-E7FE77C9C0AF}" presName="compNode" presStyleCnt="0"/>
      <dgm:spPr/>
    </dgm:pt>
    <dgm:pt modelId="{2B1E88A4-FB8D-40A7-A604-3DF31376EFD1}" type="pres">
      <dgm:prSet presAssocID="{7209C195-133C-410C-ACC1-E7FE77C9C0AF}" presName="bgRect" presStyleLbl="bgShp" presStyleIdx="3" presStyleCnt="6"/>
      <dgm:spPr/>
    </dgm:pt>
    <dgm:pt modelId="{17C98174-E8C2-448F-81E2-D4D6E132D620}" type="pres">
      <dgm:prSet presAssocID="{7209C195-133C-410C-ACC1-E7FE77C9C0AF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BA77046C-9041-4854-AE28-B3966023DD81}" type="pres">
      <dgm:prSet presAssocID="{7209C195-133C-410C-ACC1-E7FE77C9C0AF}" presName="spaceRect" presStyleCnt="0"/>
      <dgm:spPr/>
    </dgm:pt>
    <dgm:pt modelId="{4540A0B0-7692-4AC5-9F5C-9922D7F9D571}" type="pres">
      <dgm:prSet presAssocID="{7209C195-133C-410C-ACC1-E7FE77C9C0AF}" presName="parTx" presStyleLbl="revTx" presStyleIdx="3" presStyleCnt="6">
        <dgm:presLayoutVars>
          <dgm:chMax val="0"/>
          <dgm:chPref val="0"/>
        </dgm:presLayoutVars>
      </dgm:prSet>
      <dgm:spPr/>
    </dgm:pt>
    <dgm:pt modelId="{179C3F1B-C3D8-4DD4-9984-31158CCFFF45}" type="pres">
      <dgm:prSet presAssocID="{D5EFB2F1-D92B-42A1-9EE6-6296F7F9A23D}" presName="sibTrans" presStyleCnt="0"/>
      <dgm:spPr/>
    </dgm:pt>
    <dgm:pt modelId="{AA8CFECD-C42B-4542-BBE0-E3CF197D59C1}" type="pres">
      <dgm:prSet presAssocID="{DF796C9B-56A1-47AA-B4C7-A343FB468F90}" presName="compNode" presStyleCnt="0"/>
      <dgm:spPr/>
    </dgm:pt>
    <dgm:pt modelId="{3AC40190-9215-44EA-BECC-1E85C828D4EB}" type="pres">
      <dgm:prSet presAssocID="{DF796C9B-56A1-47AA-B4C7-A343FB468F90}" presName="bgRect" presStyleLbl="bgShp" presStyleIdx="4" presStyleCnt="6"/>
      <dgm:spPr/>
    </dgm:pt>
    <dgm:pt modelId="{7AB914F2-9130-46AC-B52B-C25733D9BF4A}" type="pres">
      <dgm:prSet presAssocID="{DF796C9B-56A1-47AA-B4C7-A343FB468F90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16A1D966-A8BB-45E2-992B-79B3F5A7146D}" type="pres">
      <dgm:prSet presAssocID="{DF796C9B-56A1-47AA-B4C7-A343FB468F90}" presName="spaceRect" presStyleCnt="0"/>
      <dgm:spPr/>
    </dgm:pt>
    <dgm:pt modelId="{AF6E1E8E-C811-40F2-AC92-491B5ED5A807}" type="pres">
      <dgm:prSet presAssocID="{DF796C9B-56A1-47AA-B4C7-A343FB468F90}" presName="parTx" presStyleLbl="revTx" presStyleIdx="4" presStyleCnt="6">
        <dgm:presLayoutVars>
          <dgm:chMax val="0"/>
          <dgm:chPref val="0"/>
        </dgm:presLayoutVars>
      </dgm:prSet>
      <dgm:spPr/>
    </dgm:pt>
    <dgm:pt modelId="{F202EA84-DB82-447D-BDA4-A0E44F52D600}" type="pres">
      <dgm:prSet presAssocID="{D9BF956E-47B0-4760-B09D-72A53E127CF8}" presName="sibTrans" presStyleCnt="0"/>
      <dgm:spPr/>
    </dgm:pt>
    <dgm:pt modelId="{5147A065-74D7-47B3-A36D-833F1791FFA5}" type="pres">
      <dgm:prSet presAssocID="{01741838-A0F7-4CE2-A65D-6255FD5B5354}" presName="compNode" presStyleCnt="0"/>
      <dgm:spPr/>
    </dgm:pt>
    <dgm:pt modelId="{35252503-8284-4B87-AB38-1249683A8536}" type="pres">
      <dgm:prSet presAssocID="{01741838-A0F7-4CE2-A65D-6255FD5B5354}" presName="bgRect" presStyleLbl="bgShp" presStyleIdx="5" presStyleCnt="6"/>
      <dgm:spPr/>
    </dgm:pt>
    <dgm:pt modelId="{E3F4FB59-6A96-4B71-924E-99694259736A}" type="pres">
      <dgm:prSet presAssocID="{01741838-A0F7-4CE2-A65D-6255FD5B5354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4D0ECA7-0C1E-4F3F-953B-52494101E53E}" type="pres">
      <dgm:prSet presAssocID="{01741838-A0F7-4CE2-A65D-6255FD5B5354}" presName="spaceRect" presStyleCnt="0"/>
      <dgm:spPr/>
    </dgm:pt>
    <dgm:pt modelId="{500345F7-F641-4D96-9C53-1394BA1392FE}" type="pres">
      <dgm:prSet presAssocID="{01741838-A0F7-4CE2-A65D-6255FD5B535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363CE08-8AB3-47C5-B4EB-1921803E88E6}" type="presOf" srcId="{01741838-A0F7-4CE2-A65D-6255FD5B5354}" destId="{500345F7-F641-4D96-9C53-1394BA1392FE}" srcOrd="0" destOrd="0" presId="urn:microsoft.com/office/officeart/2018/2/layout/IconVerticalSolidList"/>
    <dgm:cxn modelId="{E595271C-4CF7-47F7-A8C3-C9F9E61BC7A1}" type="presOf" srcId="{032368BE-C38A-4715-94DE-18204C65EB50}" destId="{1A427256-A5AC-4A81-9520-A12107730883}" srcOrd="0" destOrd="0" presId="urn:microsoft.com/office/officeart/2018/2/layout/IconVerticalSolidList"/>
    <dgm:cxn modelId="{77541F24-F949-494C-869C-EAEFC0AFA09F}" type="presOf" srcId="{2B2BFE2A-852E-43AE-9EFA-7AD5C5CF2AFB}" destId="{0CB967D7-8191-4793-958C-5C33366A1F5B}" srcOrd="0" destOrd="0" presId="urn:microsoft.com/office/officeart/2018/2/layout/IconVerticalSolidList"/>
    <dgm:cxn modelId="{BDEE6927-4CB4-4FEF-A8AA-55C3E4D41496}" type="presOf" srcId="{7209C195-133C-410C-ACC1-E7FE77C9C0AF}" destId="{4540A0B0-7692-4AC5-9F5C-9922D7F9D571}" srcOrd="0" destOrd="0" presId="urn:microsoft.com/office/officeart/2018/2/layout/IconVerticalSolidList"/>
    <dgm:cxn modelId="{8F4A194D-9D61-4BFB-8539-D74E29472784}" type="presOf" srcId="{DF796C9B-56A1-47AA-B4C7-A343FB468F90}" destId="{AF6E1E8E-C811-40F2-AC92-491B5ED5A807}" srcOrd="0" destOrd="0" presId="urn:microsoft.com/office/officeart/2018/2/layout/IconVerticalSolidList"/>
    <dgm:cxn modelId="{2D4D074E-A875-41F1-88CD-F9F91A9DCC49}" srcId="{032368BE-C38A-4715-94DE-18204C65EB50}" destId="{7209C195-133C-410C-ACC1-E7FE77C9C0AF}" srcOrd="3" destOrd="0" parTransId="{88F41C66-77EF-469D-99E1-6EF379C8F431}" sibTransId="{D5EFB2F1-D92B-42A1-9EE6-6296F7F9A23D}"/>
    <dgm:cxn modelId="{61D2526E-5571-4A37-9771-9FD28580B821}" type="presOf" srcId="{1CBC69F6-2036-4821-9D83-41A4B2566135}" destId="{FADA371B-C72F-47DE-AC4C-4C18066CD857}" srcOrd="0" destOrd="0" presId="urn:microsoft.com/office/officeart/2018/2/layout/IconVerticalSolidList"/>
    <dgm:cxn modelId="{96F27398-A893-484B-9231-07FAFA96B347}" srcId="{032368BE-C38A-4715-94DE-18204C65EB50}" destId="{01741838-A0F7-4CE2-A65D-6255FD5B5354}" srcOrd="5" destOrd="0" parTransId="{6F75DE96-FD6F-473F-A8C6-AD9514691944}" sibTransId="{C41D0FCD-316E-414B-82F4-2F21E5E509EA}"/>
    <dgm:cxn modelId="{698D9CBF-5C16-4007-8B41-C984FBBD5A93}" type="presOf" srcId="{B8CCE810-D2C9-47B0-8242-0B7AEBE1F8F5}" destId="{8AFEDF98-77E3-4F5C-A15B-632E79A42043}" srcOrd="0" destOrd="0" presId="urn:microsoft.com/office/officeart/2018/2/layout/IconVerticalSolidList"/>
    <dgm:cxn modelId="{DE48E9CE-AAE4-4C3D-A9D0-1EFD5960D22C}" srcId="{032368BE-C38A-4715-94DE-18204C65EB50}" destId="{B8CCE810-D2C9-47B0-8242-0B7AEBE1F8F5}" srcOrd="2" destOrd="0" parTransId="{57A461C1-B44B-498B-8020-83844B612EFF}" sibTransId="{0A78E6FB-ECEB-4DA3-9610-DACC9D3C0C53}"/>
    <dgm:cxn modelId="{40E4A3CF-A74F-40DF-B3C5-A45F00F8BBD3}" srcId="{032368BE-C38A-4715-94DE-18204C65EB50}" destId="{DF796C9B-56A1-47AA-B4C7-A343FB468F90}" srcOrd="4" destOrd="0" parTransId="{770BCC44-75B5-4E4D-81C9-EA6A7086A265}" sibTransId="{D9BF956E-47B0-4760-B09D-72A53E127CF8}"/>
    <dgm:cxn modelId="{5A605BDA-65E9-419B-BE3E-5A9CAB52565D}" srcId="{032368BE-C38A-4715-94DE-18204C65EB50}" destId="{1CBC69F6-2036-4821-9D83-41A4B2566135}" srcOrd="1" destOrd="0" parTransId="{E5626A07-58AB-4A12-A012-CB5CD46334C9}" sibTransId="{B200D749-AF30-4CCA-BF19-4858F4AC0FE4}"/>
    <dgm:cxn modelId="{B3CF37DC-5E1D-47D7-9F75-BDAEF91270E9}" srcId="{032368BE-C38A-4715-94DE-18204C65EB50}" destId="{2B2BFE2A-852E-43AE-9EFA-7AD5C5CF2AFB}" srcOrd="0" destOrd="0" parTransId="{34ACB8A5-D850-4AED-86CD-0D1B1299DB8C}" sibTransId="{3A70F343-D3AB-49FC-AA29-1069806C0433}"/>
    <dgm:cxn modelId="{3FB03BBF-2CC5-42C7-9D2C-3094C23977B9}" type="presParOf" srcId="{1A427256-A5AC-4A81-9520-A12107730883}" destId="{F2A22861-19DE-4C9D-A096-EC34CCCF2EB0}" srcOrd="0" destOrd="0" presId="urn:microsoft.com/office/officeart/2018/2/layout/IconVerticalSolidList"/>
    <dgm:cxn modelId="{E5CBEDCE-298F-4F4D-9385-415EB739530E}" type="presParOf" srcId="{F2A22861-19DE-4C9D-A096-EC34CCCF2EB0}" destId="{5148379A-8900-4805-8F11-64A0343D13C2}" srcOrd="0" destOrd="0" presId="urn:microsoft.com/office/officeart/2018/2/layout/IconVerticalSolidList"/>
    <dgm:cxn modelId="{F37196ED-4F8B-493E-A45B-ED6621B4C4F5}" type="presParOf" srcId="{F2A22861-19DE-4C9D-A096-EC34CCCF2EB0}" destId="{20B13E94-87E6-4C58-B0D6-37D6E6638655}" srcOrd="1" destOrd="0" presId="urn:microsoft.com/office/officeart/2018/2/layout/IconVerticalSolidList"/>
    <dgm:cxn modelId="{1E8BD2D6-72EA-43E1-A700-AF684C3E870D}" type="presParOf" srcId="{F2A22861-19DE-4C9D-A096-EC34CCCF2EB0}" destId="{4B150F0A-BCD9-47A9-BA11-886A3C560432}" srcOrd="2" destOrd="0" presId="urn:microsoft.com/office/officeart/2018/2/layout/IconVerticalSolidList"/>
    <dgm:cxn modelId="{7E92A8B5-15D7-479C-91C6-345B7731AD1D}" type="presParOf" srcId="{F2A22861-19DE-4C9D-A096-EC34CCCF2EB0}" destId="{0CB967D7-8191-4793-958C-5C33366A1F5B}" srcOrd="3" destOrd="0" presId="urn:microsoft.com/office/officeart/2018/2/layout/IconVerticalSolidList"/>
    <dgm:cxn modelId="{4ABD4DFF-078A-4A11-946C-D8BC1998F992}" type="presParOf" srcId="{1A427256-A5AC-4A81-9520-A12107730883}" destId="{01098E4C-CA46-4B16-AF02-CAEF75C557D9}" srcOrd="1" destOrd="0" presId="urn:microsoft.com/office/officeart/2018/2/layout/IconVerticalSolidList"/>
    <dgm:cxn modelId="{C3CD0E9D-889A-476F-A343-56BBF8D372AA}" type="presParOf" srcId="{1A427256-A5AC-4A81-9520-A12107730883}" destId="{893F52B5-4E27-41A2-9CC4-3C8B368A793F}" srcOrd="2" destOrd="0" presId="urn:microsoft.com/office/officeart/2018/2/layout/IconVerticalSolidList"/>
    <dgm:cxn modelId="{FE40651F-EF61-415A-AE4D-ABEB95409A4B}" type="presParOf" srcId="{893F52B5-4E27-41A2-9CC4-3C8B368A793F}" destId="{55E345CB-35FB-433E-BE94-D46DD9BFD267}" srcOrd="0" destOrd="0" presId="urn:microsoft.com/office/officeart/2018/2/layout/IconVerticalSolidList"/>
    <dgm:cxn modelId="{2FF54494-88A4-4353-8A74-6465C548244A}" type="presParOf" srcId="{893F52B5-4E27-41A2-9CC4-3C8B368A793F}" destId="{2857E044-91A3-4337-B8CF-440455D2869A}" srcOrd="1" destOrd="0" presId="urn:microsoft.com/office/officeart/2018/2/layout/IconVerticalSolidList"/>
    <dgm:cxn modelId="{28AE65A1-43F2-461D-976B-84B54A4FF22F}" type="presParOf" srcId="{893F52B5-4E27-41A2-9CC4-3C8B368A793F}" destId="{E6D2E51D-6869-442E-B762-F84D80F782DE}" srcOrd="2" destOrd="0" presId="urn:microsoft.com/office/officeart/2018/2/layout/IconVerticalSolidList"/>
    <dgm:cxn modelId="{E40BA483-0987-419A-A558-524E79A4D622}" type="presParOf" srcId="{893F52B5-4E27-41A2-9CC4-3C8B368A793F}" destId="{FADA371B-C72F-47DE-AC4C-4C18066CD857}" srcOrd="3" destOrd="0" presId="urn:microsoft.com/office/officeart/2018/2/layout/IconVerticalSolidList"/>
    <dgm:cxn modelId="{6D6CDC49-A1BE-493A-817C-F2466500E562}" type="presParOf" srcId="{1A427256-A5AC-4A81-9520-A12107730883}" destId="{F427C120-1309-46CF-87DE-D745140C76FC}" srcOrd="3" destOrd="0" presId="urn:microsoft.com/office/officeart/2018/2/layout/IconVerticalSolidList"/>
    <dgm:cxn modelId="{0B58F779-BB4B-4FB9-9EF8-F128B9076C93}" type="presParOf" srcId="{1A427256-A5AC-4A81-9520-A12107730883}" destId="{D3D42DD7-6129-4040-950F-A4F9ECBC2683}" srcOrd="4" destOrd="0" presId="urn:microsoft.com/office/officeart/2018/2/layout/IconVerticalSolidList"/>
    <dgm:cxn modelId="{B8751359-01A3-4153-A443-A7E4EFF946A1}" type="presParOf" srcId="{D3D42DD7-6129-4040-950F-A4F9ECBC2683}" destId="{6F3B6A12-4D5D-4DDB-AD43-3CFA0E4D5BFF}" srcOrd="0" destOrd="0" presId="urn:microsoft.com/office/officeart/2018/2/layout/IconVerticalSolidList"/>
    <dgm:cxn modelId="{FF16F42C-6E52-4422-8E7E-39A05DD28F5D}" type="presParOf" srcId="{D3D42DD7-6129-4040-950F-A4F9ECBC2683}" destId="{43EEC958-F5DA-4F38-9088-E8089389E96E}" srcOrd="1" destOrd="0" presId="urn:microsoft.com/office/officeart/2018/2/layout/IconVerticalSolidList"/>
    <dgm:cxn modelId="{A1A8B92D-B89B-4BA3-9E7E-3E4909191488}" type="presParOf" srcId="{D3D42DD7-6129-4040-950F-A4F9ECBC2683}" destId="{9CB1B37D-9CF8-424A-8B0A-C15F33B88217}" srcOrd="2" destOrd="0" presId="urn:microsoft.com/office/officeart/2018/2/layout/IconVerticalSolidList"/>
    <dgm:cxn modelId="{E91CE6BE-39CF-4807-9832-379F927E792A}" type="presParOf" srcId="{D3D42DD7-6129-4040-950F-A4F9ECBC2683}" destId="{8AFEDF98-77E3-4F5C-A15B-632E79A42043}" srcOrd="3" destOrd="0" presId="urn:microsoft.com/office/officeart/2018/2/layout/IconVerticalSolidList"/>
    <dgm:cxn modelId="{9285DD4E-49BC-46CA-88A4-ECFD33B442F5}" type="presParOf" srcId="{1A427256-A5AC-4A81-9520-A12107730883}" destId="{BA5590D0-D62C-4DB0-AE4E-A3332AE6A80B}" srcOrd="5" destOrd="0" presId="urn:microsoft.com/office/officeart/2018/2/layout/IconVerticalSolidList"/>
    <dgm:cxn modelId="{7417B9E3-B3BA-4736-A052-84544D29605C}" type="presParOf" srcId="{1A427256-A5AC-4A81-9520-A12107730883}" destId="{BB8A846E-B7D6-48D6-82E7-5E680EA864FB}" srcOrd="6" destOrd="0" presId="urn:microsoft.com/office/officeart/2018/2/layout/IconVerticalSolidList"/>
    <dgm:cxn modelId="{663AB9DE-ADB2-4663-B1E8-DA1188ADAC0B}" type="presParOf" srcId="{BB8A846E-B7D6-48D6-82E7-5E680EA864FB}" destId="{2B1E88A4-FB8D-40A7-A604-3DF31376EFD1}" srcOrd="0" destOrd="0" presId="urn:microsoft.com/office/officeart/2018/2/layout/IconVerticalSolidList"/>
    <dgm:cxn modelId="{B25C46A5-4D91-43D3-BB8A-0557A8CAE822}" type="presParOf" srcId="{BB8A846E-B7D6-48D6-82E7-5E680EA864FB}" destId="{17C98174-E8C2-448F-81E2-D4D6E132D620}" srcOrd="1" destOrd="0" presId="urn:microsoft.com/office/officeart/2018/2/layout/IconVerticalSolidList"/>
    <dgm:cxn modelId="{320AFE39-7112-4F38-81E0-3D5782A44ED4}" type="presParOf" srcId="{BB8A846E-B7D6-48D6-82E7-5E680EA864FB}" destId="{BA77046C-9041-4854-AE28-B3966023DD81}" srcOrd="2" destOrd="0" presId="urn:microsoft.com/office/officeart/2018/2/layout/IconVerticalSolidList"/>
    <dgm:cxn modelId="{0054A9A3-8B45-43A9-93D9-B4674264C81B}" type="presParOf" srcId="{BB8A846E-B7D6-48D6-82E7-5E680EA864FB}" destId="{4540A0B0-7692-4AC5-9F5C-9922D7F9D571}" srcOrd="3" destOrd="0" presId="urn:microsoft.com/office/officeart/2018/2/layout/IconVerticalSolidList"/>
    <dgm:cxn modelId="{91465E1E-A010-451F-A21A-42C22666B893}" type="presParOf" srcId="{1A427256-A5AC-4A81-9520-A12107730883}" destId="{179C3F1B-C3D8-4DD4-9984-31158CCFFF45}" srcOrd="7" destOrd="0" presId="urn:microsoft.com/office/officeart/2018/2/layout/IconVerticalSolidList"/>
    <dgm:cxn modelId="{6EEC1D5A-29B2-4727-8A63-1940C71F1804}" type="presParOf" srcId="{1A427256-A5AC-4A81-9520-A12107730883}" destId="{AA8CFECD-C42B-4542-BBE0-E3CF197D59C1}" srcOrd="8" destOrd="0" presId="urn:microsoft.com/office/officeart/2018/2/layout/IconVerticalSolidList"/>
    <dgm:cxn modelId="{999C535C-8674-46B0-80B6-577E83F10129}" type="presParOf" srcId="{AA8CFECD-C42B-4542-BBE0-E3CF197D59C1}" destId="{3AC40190-9215-44EA-BECC-1E85C828D4EB}" srcOrd="0" destOrd="0" presId="urn:microsoft.com/office/officeart/2018/2/layout/IconVerticalSolidList"/>
    <dgm:cxn modelId="{363B03C9-4C19-48B9-91DB-0D4094BD428B}" type="presParOf" srcId="{AA8CFECD-C42B-4542-BBE0-E3CF197D59C1}" destId="{7AB914F2-9130-46AC-B52B-C25733D9BF4A}" srcOrd="1" destOrd="0" presId="urn:microsoft.com/office/officeart/2018/2/layout/IconVerticalSolidList"/>
    <dgm:cxn modelId="{E7A273C1-38B8-4333-AB42-09EB338F620E}" type="presParOf" srcId="{AA8CFECD-C42B-4542-BBE0-E3CF197D59C1}" destId="{16A1D966-A8BB-45E2-992B-79B3F5A7146D}" srcOrd="2" destOrd="0" presId="urn:microsoft.com/office/officeart/2018/2/layout/IconVerticalSolidList"/>
    <dgm:cxn modelId="{E894EE30-371D-458E-84D6-B1AF6426679A}" type="presParOf" srcId="{AA8CFECD-C42B-4542-BBE0-E3CF197D59C1}" destId="{AF6E1E8E-C811-40F2-AC92-491B5ED5A807}" srcOrd="3" destOrd="0" presId="urn:microsoft.com/office/officeart/2018/2/layout/IconVerticalSolidList"/>
    <dgm:cxn modelId="{6495C807-BC6C-4DD7-9817-F057B7EA629E}" type="presParOf" srcId="{1A427256-A5AC-4A81-9520-A12107730883}" destId="{F202EA84-DB82-447D-BDA4-A0E44F52D600}" srcOrd="9" destOrd="0" presId="urn:microsoft.com/office/officeart/2018/2/layout/IconVerticalSolidList"/>
    <dgm:cxn modelId="{6DF36B91-EF17-44E4-8D28-614639A4D5BE}" type="presParOf" srcId="{1A427256-A5AC-4A81-9520-A12107730883}" destId="{5147A065-74D7-47B3-A36D-833F1791FFA5}" srcOrd="10" destOrd="0" presId="urn:microsoft.com/office/officeart/2018/2/layout/IconVerticalSolidList"/>
    <dgm:cxn modelId="{63648F56-1C89-4C23-A1A2-7472AB87E42B}" type="presParOf" srcId="{5147A065-74D7-47B3-A36D-833F1791FFA5}" destId="{35252503-8284-4B87-AB38-1249683A8536}" srcOrd="0" destOrd="0" presId="urn:microsoft.com/office/officeart/2018/2/layout/IconVerticalSolidList"/>
    <dgm:cxn modelId="{4E3592B2-7A44-4705-8A95-17DB9D7E035A}" type="presParOf" srcId="{5147A065-74D7-47B3-A36D-833F1791FFA5}" destId="{E3F4FB59-6A96-4B71-924E-99694259736A}" srcOrd="1" destOrd="0" presId="urn:microsoft.com/office/officeart/2018/2/layout/IconVerticalSolidList"/>
    <dgm:cxn modelId="{5F0E0038-3444-45FE-978E-1AD9AF6CCFF6}" type="presParOf" srcId="{5147A065-74D7-47B3-A36D-833F1791FFA5}" destId="{F4D0ECA7-0C1E-4F3F-953B-52494101E53E}" srcOrd="2" destOrd="0" presId="urn:microsoft.com/office/officeart/2018/2/layout/IconVerticalSolidList"/>
    <dgm:cxn modelId="{03467B15-AA73-4D77-A7D4-687B08CFD4F9}" type="presParOf" srcId="{5147A065-74D7-47B3-A36D-833F1791FFA5}" destId="{500345F7-F641-4D96-9C53-1394BA1392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40D414-9C0E-41CA-9945-659302E4335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4DBAA9-E724-4C92-B00D-18ADC73C2C1D}">
      <dgm:prSet/>
      <dgm:spPr/>
      <dgm:t>
        <a:bodyPr/>
        <a:lstStyle/>
        <a:p>
          <a:r>
            <a:rPr lang="en-US"/>
            <a:t>Traditional fitness plans are often one-size-fits-all and assume a consistent schedule.</a:t>
          </a:r>
        </a:p>
      </dgm:t>
    </dgm:pt>
    <dgm:pt modelId="{DDDBC26E-8FDA-4482-A67A-D53A204B1ADE}" type="parTrans" cxnId="{255F727D-DD55-4670-819C-7E06B0178016}">
      <dgm:prSet/>
      <dgm:spPr/>
      <dgm:t>
        <a:bodyPr/>
        <a:lstStyle/>
        <a:p>
          <a:endParaRPr lang="en-US"/>
        </a:p>
      </dgm:t>
    </dgm:pt>
    <dgm:pt modelId="{2462851F-F5A4-46A1-988E-068DB7E2FC33}" type="sibTrans" cxnId="{255F727D-DD55-4670-819C-7E06B0178016}">
      <dgm:prSet/>
      <dgm:spPr/>
      <dgm:t>
        <a:bodyPr/>
        <a:lstStyle/>
        <a:p>
          <a:endParaRPr lang="en-US"/>
        </a:p>
      </dgm:t>
    </dgm:pt>
    <dgm:pt modelId="{122BF72B-A3A2-4BE3-B1B1-773664529D35}">
      <dgm:prSet/>
      <dgm:spPr/>
      <dgm:t>
        <a:bodyPr/>
        <a:lstStyle/>
        <a:p>
          <a:r>
            <a:rPr lang="en-US"/>
            <a:t>When work, family, or energy levels change, progress can quickly fall apart.</a:t>
          </a:r>
        </a:p>
      </dgm:t>
    </dgm:pt>
    <dgm:pt modelId="{096371B4-8A8C-4B51-8C31-B58CDF4F80B3}" type="parTrans" cxnId="{66F0BC22-9277-41E9-B290-9835CADFF93D}">
      <dgm:prSet/>
      <dgm:spPr/>
      <dgm:t>
        <a:bodyPr/>
        <a:lstStyle/>
        <a:p>
          <a:endParaRPr lang="en-US"/>
        </a:p>
      </dgm:t>
    </dgm:pt>
    <dgm:pt modelId="{4DDC7A6C-AA82-4C36-9E29-F94B17AA18B4}" type="sibTrans" cxnId="{66F0BC22-9277-41E9-B290-9835CADFF93D}">
      <dgm:prSet/>
      <dgm:spPr/>
      <dgm:t>
        <a:bodyPr/>
        <a:lstStyle/>
        <a:p>
          <a:endParaRPr lang="en-US"/>
        </a:p>
      </dgm:t>
    </dgm:pt>
    <dgm:pt modelId="{A33C3A16-674A-4F93-A013-44A7B44120D5}" type="pres">
      <dgm:prSet presAssocID="{AD40D414-9C0E-41CA-9945-659302E43359}" presName="root" presStyleCnt="0">
        <dgm:presLayoutVars>
          <dgm:dir/>
          <dgm:resizeHandles val="exact"/>
        </dgm:presLayoutVars>
      </dgm:prSet>
      <dgm:spPr/>
    </dgm:pt>
    <dgm:pt modelId="{0D45539F-2ED4-495B-80DB-753FB156B5AF}" type="pres">
      <dgm:prSet presAssocID="{414DBAA9-E724-4C92-B00D-18ADC73C2C1D}" presName="compNode" presStyleCnt="0"/>
      <dgm:spPr/>
    </dgm:pt>
    <dgm:pt modelId="{B456D8AB-75C5-4765-9D13-44CF725A2324}" type="pres">
      <dgm:prSet presAssocID="{414DBAA9-E724-4C92-B00D-18ADC73C2C1D}" presName="bgRect" presStyleLbl="bgShp" presStyleIdx="0" presStyleCnt="2"/>
      <dgm:spPr/>
    </dgm:pt>
    <dgm:pt modelId="{9543CEFB-095C-4856-8927-A0B396B68E34}" type="pres">
      <dgm:prSet presAssocID="{414DBAA9-E724-4C92-B00D-18ADC73C2C1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ADC145C7-CE7C-4F66-8796-20BCF16D6B09}" type="pres">
      <dgm:prSet presAssocID="{414DBAA9-E724-4C92-B00D-18ADC73C2C1D}" presName="spaceRect" presStyleCnt="0"/>
      <dgm:spPr/>
    </dgm:pt>
    <dgm:pt modelId="{87231EB2-F227-4183-89BA-A8885D5578AD}" type="pres">
      <dgm:prSet presAssocID="{414DBAA9-E724-4C92-B00D-18ADC73C2C1D}" presName="parTx" presStyleLbl="revTx" presStyleIdx="0" presStyleCnt="2">
        <dgm:presLayoutVars>
          <dgm:chMax val="0"/>
          <dgm:chPref val="0"/>
        </dgm:presLayoutVars>
      </dgm:prSet>
      <dgm:spPr/>
    </dgm:pt>
    <dgm:pt modelId="{F0ECBADE-EB52-4AD7-9344-4E218BCFA5EA}" type="pres">
      <dgm:prSet presAssocID="{2462851F-F5A4-46A1-988E-068DB7E2FC33}" presName="sibTrans" presStyleCnt="0"/>
      <dgm:spPr/>
    </dgm:pt>
    <dgm:pt modelId="{86F373CA-EE5A-47A3-AB0D-4F4C0605D1F0}" type="pres">
      <dgm:prSet presAssocID="{122BF72B-A3A2-4BE3-B1B1-773664529D35}" presName="compNode" presStyleCnt="0"/>
      <dgm:spPr/>
    </dgm:pt>
    <dgm:pt modelId="{2C93FD09-020E-440A-876A-0C04CFEB0623}" type="pres">
      <dgm:prSet presAssocID="{122BF72B-A3A2-4BE3-B1B1-773664529D35}" presName="bgRect" presStyleLbl="bgShp" presStyleIdx="1" presStyleCnt="2"/>
      <dgm:spPr/>
    </dgm:pt>
    <dgm:pt modelId="{2B00A08B-7958-4569-9341-50E3985B389D}" type="pres">
      <dgm:prSet presAssocID="{122BF72B-A3A2-4BE3-B1B1-773664529D3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7A0DFD4E-D7E0-4513-8944-015DE7ED2D60}" type="pres">
      <dgm:prSet presAssocID="{122BF72B-A3A2-4BE3-B1B1-773664529D35}" presName="spaceRect" presStyleCnt="0"/>
      <dgm:spPr/>
    </dgm:pt>
    <dgm:pt modelId="{1BA05BD1-F734-4889-BE88-DAA912D8E8A6}" type="pres">
      <dgm:prSet presAssocID="{122BF72B-A3A2-4BE3-B1B1-773664529D3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8DD5000-416C-4778-9956-F0594BE6D881}" type="presOf" srcId="{414DBAA9-E724-4C92-B00D-18ADC73C2C1D}" destId="{87231EB2-F227-4183-89BA-A8885D5578AD}" srcOrd="0" destOrd="0" presId="urn:microsoft.com/office/officeart/2018/2/layout/IconVerticalSolidList"/>
    <dgm:cxn modelId="{66F0BC22-9277-41E9-B290-9835CADFF93D}" srcId="{AD40D414-9C0E-41CA-9945-659302E43359}" destId="{122BF72B-A3A2-4BE3-B1B1-773664529D35}" srcOrd="1" destOrd="0" parTransId="{096371B4-8A8C-4B51-8C31-B58CDF4F80B3}" sibTransId="{4DDC7A6C-AA82-4C36-9E29-F94B17AA18B4}"/>
    <dgm:cxn modelId="{8A2F2640-6BCE-47CF-9477-46809109E18F}" type="presOf" srcId="{AD40D414-9C0E-41CA-9945-659302E43359}" destId="{A33C3A16-674A-4F93-A013-44A7B44120D5}" srcOrd="0" destOrd="0" presId="urn:microsoft.com/office/officeart/2018/2/layout/IconVerticalSolidList"/>
    <dgm:cxn modelId="{255F727D-DD55-4670-819C-7E06B0178016}" srcId="{AD40D414-9C0E-41CA-9945-659302E43359}" destId="{414DBAA9-E724-4C92-B00D-18ADC73C2C1D}" srcOrd="0" destOrd="0" parTransId="{DDDBC26E-8FDA-4482-A67A-D53A204B1ADE}" sibTransId="{2462851F-F5A4-46A1-988E-068DB7E2FC33}"/>
    <dgm:cxn modelId="{6E6C878D-A372-4F65-98DF-79B6CFDA464D}" type="presOf" srcId="{122BF72B-A3A2-4BE3-B1B1-773664529D35}" destId="{1BA05BD1-F734-4889-BE88-DAA912D8E8A6}" srcOrd="0" destOrd="0" presId="urn:microsoft.com/office/officeart/2018/2/layout/IconVerticalSolidList"/>
    <dgm:cxn modelId="{8663F1E9-20A5-4B02-BDD8-00D8BE59B4A4}" type="presParOf" srcId="{A33C3A16-674A-4F93-A013-44A7B44120D5}" destId="{0D45539F-2ED4-495B-80DB-753FB156B5AF}" srcOrd="0" destOrd="0" presId="urn:microsoft.com/office/officeart/2018/2/layout/IconVerticalSolidList"/>
    <dgm:cxn modelId="{65F8C007-2CD9-4CFE-B118-DD0127B6F18E}" type="presParOf" srcId="{0D45539F-2ED4-495B-80DB-753FB156B5AF}" destId="{B456D8AB-75C5-4765-9D13-44CF725A2324}" srcOrd="0" destOrd="0" presId="urn:microsoft.com/office/officeart/2018/2/layout/IconVerticalSolidList"/>
    <dgm:cxn modelId="{51EFCB25-1E81-482D-9013-144DA4063D0C}" type="presParOf" srcId="{0D45539F-2ED4-495B-80DB-753FB156B5AF}" destId="{9543CEFB-095C-4856-8927-A0B396B68E34}" srcOrd="1" destOrd="0" presId="urn:microsoft.com/office/officeart/2018/2/layout/IconVerticalSolidList"/>
    <dgm:cxn modelId="{013ACF67-9B6C-4620-B31B-C362818B2F86}" type="presParOf" srcId="{0D45539F-2ED4-495B-80DB-753FB156B5AF}" destId="{ADC145C7-CE7C-4F66-8796-20BCF16D6B09}" srcOrd="2" destOrd="0" presId="urn:microsoft.com/office/officeart/2018/2/layout/IconVerticalSolidList"/>
    <dgm:cxn modelId="{3BDE9F71-FE84-4EB9-A756-E09521BB458F}" type="presParOf" srcId="{0D45539F-2ED4-495B-80DB-753FB156B5AF}" destId="{87231EB2-F227-4183-89BA-A8885D5578AD}" srcOrd="3" destOrd="0" presId="urn:microsoft.com/office/officeart/2018/2/layout/IconVerticalSolidList"/>
    <dgm:cxn modelId="{4BAE12FB-6633-4108-B4E5-40033AABB8D5}" type="presParOf" srcId="{A33C3A16-674A-4F93-A013-44A7B44120D5}" destId="{F0ECBADE-EB52-4AD7-9344-4E218BCFA5EA}" srcOrd="1" destOrd="0" presId="urn:microsoft.com/office/officeart/2018/2/layout/IconVerticalSolidList"/>
    <dgm:cxn modelId="{1341BA23-4C81-42EB-9ADB-9F0DDC61C46A}" type="presParOf" srcId="{A33C3A16-674A-4F93-A013-44A7B44120D5}" destId="{86F373CA-EE5A-47A3-AB0D-4F4C0605D1F0}" srcOrd="2" destOrd="0" presId="urn:microsoft.com/office/officeart/2018/2/layout/IconVerticalSolidList"/>
    <dgm:cxn modelId="{1173064C-2BF2-4C42-8075-F9DF76A3F236}" type="presParOf" srcId="{86F373CA-EE5A-47A3-AB0D-4F4C0605D1F0}" destId="{2C93FD09-020E-440A-876A-0C04CFEB0623}" srcOrd="0" destOrd="0" presId="urn:microsoft.com/office/officeart/2018/2/layout/IconVerticalSolidList"/>
    <dgm:cxn modelId="{E5E8085E-52D7-48FF-9481-0E9F7ED22D09}" type="presParOf" srcId="{86F373CA-EE5A-47A3-AB0D-4F4C0605D1F0}" destId="{2B00A08B-7958-4569-9341-50E3985B389D}" srcOrd="1" destOrd="0" presId="urn:microsoft.com/office/officeart/2018/2/layout/IconVerticalSolidList"/>
    <dgm:cxn modelId="{C5462699-DB5A-46BF-8777-41FDD0FB7054}" type="presParOf" srcId="{86F373CA-EE5A-47A3-AB0D-4F4C0605D1F0}" destId="{7A0DFD4E-D7E0-4513-8944-015DE7ED2D60}" srcOrd="2" destOrd="0" presId="urn:microsoft.com/office/officeart/2018/2/layout/IconVerticalSolidList"/>
    <dgm:cxn modelId="{D9181E1F-0347-42B1-878D-EF4B845EBC30}" type="presParOf" srcId="{86F373CA-EE5A-47A3-AB0D-4F4C0605D1F0}" destId="{1BA05BD1-F734-4889-BE88-DAA912D8E8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3098A9-2757-44E1-9106-ED60CCF6F2A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A13AFE-EFD0-4D97-A26C-47802AE4CFC1}">
      <dgm:prSet/>
      <dgm:spPr/>
      <dgm:t>
        <a:bodyPr/>
        <a:lstStyle/>
        <a:p>
          <a:r>
            <a:rPr lang="en-US"/>
            <a:t>One-size-fits-all Doesn’t work most fitness apps use static workouts that ignore your schedule and energy.</a:t>
          </a:r>
        </a:p>
      </dgm:t>
    </dgm:pt>
    <dgm:pt modelId="{1E992E98-BFF9-4600-A40C-49A505C85BB9}" type="parTrans" cxnId="{D236EE3C-EB2E-4DE9-9E14-BC2A0ECE2FB8}">
      <dgm:prSet/>
      <dgm:spPr/>
      <dgm:t>
        <a:bodyPr/>
        <a:lstStyle/>
        <a:p>
          <a:endParaRPr lang="en-US"/>
        </a:p>
      </dgm:t>
    </dgm:pt>
    <dgm:pt modelId="{B65381B4-BDA8-49E4-8B5B-5F7B21FBB80C}" type="sibTrans" cxnId="{D236EE3C-EB2E-4DE9-9E14-BC2A0ECE2FB8}">
      <dgm:prSet/>
      <dgm:spPr/>
      <dgm:t>
        <a:bodyPr/>
        <a:lstStyle/>
        <a:p>
          <a:endParaRPr lang="en-US"/>
        </a:p>
      </dgm:t>
    </dgm:pt>
    <dgm:pt modelId="{FC2836A1-5EF8-4A9D-95A8-2FD15AB5F6C4}">
      <dgm:prSet/>
      <dgm:spPr/>
      <dgm:t>
        <a:bodyPr/>
        <a:lstStyle/>
        <a:p>
          <a:r>
            <a:rPr lang="en-US"/>
            <a:t>Life Changes. Your Plan Should Too. When your goals or availability shift, a rigid plan becomes a roadblock.</a:t>
          </a:r>
        </a:p>
      </dgm:t>
    </dgm:pt>
    <dgm:pt modelId="{4B4309C5-C6AF-42E4-89F4-CECC61DDB3B6}" type="parTrans" cxnId="{AF7E984D-B3D7-4686-8C57-04ECD94A35D4}">
      <dgm:prSet/>
      <dgm:spPr/>
      <dgm:t>
        <a:bodyPr/>
        <a:lstStyle/>
        <a:p>
          <a:endParaRPr lang="en-US"/>
        </a:p>
      </dgm:t>
    </dgm:pt>
    <dgm:pt modelId="{437F49E7-F95D-4E48-85C9-BF15C8234ADC}" type="sibTrans" cxnId="{AF7E984D-B3D7-4686-8C57-04ECD94A35D4}">
      <dgm:prSet/>
      <dgm:spPr/>
      <dgm:t>
        <a:bodyPr/>
        <a:lstStyle/>
        <a:p>
          <a:endParaRPr lang="en-US"/>
        </a:p>
      </dgm:t>
    </dgm:pt>
    <dgm:pt modelId="{91A7A435-C010-2A4E-AD20-9A31ED1F9DD5}" type="pres">
      <dgm:prSet presAssocID="{FA3098A9-2757-44E1-9106-ED60CCF6F2AE}" presName="linear" presStyleCnt="0">
        <dgm:presLayoutVars>
          <dgm:animLvl val="lvl"/>
          <dgm:resizeHandles val="exact"/>
        </dgm:presLayoutVars>
      </dgm:prSet>
      <dgm:spPr/>
    </dgm:pt>
    <dgm:pt modelId="{4BDA3EC2-2B6E-C54D-8AC7-675A1C4ED6B7}" type="pres">
      <dgm:prSet presAssocID="{22A13AFE-EFD0-4D97-A26C-47802AE4CFC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04BD13E-C7AC-0046-9D6C-211415DE232B}" type="pres">
      <dgm:prSet presAssocID="{B65381B4-BDA8-49E4-8B5B-5F7B21FBB80C}" presName="spacer" presStyleCnt="0"/>
      <dgm:spPr/>
    </dgm:pt>
    <dgm:pt modelId="{45CF171A-094B-474E-821C-CF81EA41089D}" type="pres">
      <dgm:prSet presAssocID="{FC2836A1-5EF8-4A9D-95A8-2FD15AB5F6C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236EE3C-EB2E-4DE9-9E14-BC2A0ECE2FB8}" srcId="{FA3098A9-2757-44E1-9106-ED60CCF6F2AE}" destId="{22A13AFE-EFD0-4D97-A26C-47802AE4CFC1}" srcOrd="0" destOrd="0" parTransId="{1E992E98-BFF9-4600-A40C-49A505C85BB9}" sibTransId="{B65381B4-BDA8-49E4-8B5B-5F7B21FBB80C}"/>
    <dgm:cxn modelId="{AF7E984D-B3D7-4686-8C57-04ECD94A35D4}" srcId="{FA3098A9-2757-44E1-9106-ED60CCF6F2AE}" destId="{FC2836A1-5EF8-4A9D-95A8-2FD15AB5F6C4}" srcOrd="1" destOrd="0" parTransId="{4B4309C5-C6AF-42E4-89F4-CECC61DDB3B6}" sibTransId="{437F49E7-F95D-4E48-85C9-BF15C8234ADC}"/>
    <dgm:cxn modelId="{BCF13058-4B44-2340-972A-E8F5105684AC}" type="presOf" srcId="{FC2836A1-5EF8-4A9D-95A8-2FD15AB5F6C4}" destId="{45CF171A-094B-474E-821C-CF81EA41089D}" srcOrd="0" destOrd="0" presId="urn:microsoft.com/office/officeart/2005/8/layout/vList2"/>
    <dgm:cxn modelId="{4BDC41D2-08BC-084A-8854-40EC1A3C8EEE}" type="presOf" srcId="{FA3098A9-2757-44E1-9106-ED60CCF6F2AE}" destId="{91A7A435-C010-2A4E-AD20-9A31ED1F9DD5}" srcOrd="0" destOrd="0" presId="urn:microsoft.com/office/officeart/2005/8/layout/vList2"/>
    <dgm:cxn modelId="{A9072BD9-5B40-E241-A568-2B4A4A4A6466}" type="presOf" srcId="{22A13AFE-EFD0-4D97-A26C-47802AE4CFC1}" destId="{4BDA3EC2-2B6E-C54D-8AC7-675A1C4ED6B7}" srcOrd="0" destOrd="0" presId="urn:microsoft.com/office/officeart/2005/8/layout/vList2"/>
    <dgm:cxn modelId="{321175E8-0B80-6444-BDE1-C447D7938A1A}" type="presParOf" srcId="{91A7A435-C010-2A4E-AD20-9A31ED1F9DD5}" destId="{4BDA3EC2-2B6E-C54D-8AC7-675A1C4ED6B7}" srcOrd="0" destOrd="0" presId="urn:microsoft.com/office/officeart/2005/8/layout/vList2"/>
    <dgm:cxn modelId="{59C69B37-AD08-AE4B-B25F-BDA5FD9A56C6}" type="presParOf" srcId="{91A7A435-C010-2A4E-AD20-9A31ED1F9DD5}" destId="{304BD13E-C7AC-0046-9D6C-211415DE232B}" srcOrd="1" destOrd="0" presId="urn:microsoft.com/office/officeart/2005/8/layout/vList2"/>
    <dgm:cxn modelId="{F77B85BB-B263-6A4E-A1DC-DA0018D4F48A}" type="presParOf" srcId="{91A7A435-C010-2A4E-AD20-9A31ED1F9DD5}" destId="{45CF171A-094B-474E-821C-CF81EA41089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62AFBD1-369F-4726-9147-8916F7284A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BA4982-083E-4846-A168-DEACA9575AF6}">
      <dgm:prSet/>
      <dgm:spPr/>
      <dgm:t>
        <a:bodyPr/>
        <a:lstStyle/>
        <a:p>
          <a:r>
            <a:rPr lang="en-US"/>
            <a:t>YOUR WORKOUT SOURCE </a:t>
          </a:r>
        </a:p>
      </dgm:t>
    </dgm:pt>
    <dgm:pt modelId="{CB998894-BB7E-41E3-ADC0-9E62C5DE1B16}" type="parTrans" cxnId="{7C977176-7A95-4FAA-905F-77DC50CEF684}">
      <dgm:prSet/>
      <dgm:spPr/>
      <dgm:t>
        <a:bodyPr/>
        <a:lstStyle/>
        <a:p>
          <a:endParaRPr lang="en-US"/>
        </a:p>
      </dgm:t>
    </dgm:pt>
    <dgm:pt modelId="{C8E0D9EF-7715-4B4F-A5B2-ED5A5D1ED73D}" type="sibTrans" cxnId="{7C977176-7A95-4FAA-905F-77DC50CEF684}">
      <dgm:prSet/>
      <dgm:spPr/>
      <dgm:t>
        <a:bodyPr/>
        <a:lstStyle/>
        <a:p>
          <a:endParaRPr lang="en-US"/>
        </a:p>
      </dgm:t>
    </dgm:pt>
    <dgm:pt modelId="{6EE31608-ED77-466A-BFD2-7646F401C7E9}">
      <dgm:prSet/>
      <dgm:spPr/>
      <dgm:t>
        <a:bodyPr/>
        <a:lstStyle/>
        <a:p>
          <a:r>
            <a:rPr lang="en-US"/>
            <a:t>Your plan. Your goals. Your progress.</a:t>
          </a:r>
        </a:p>
      </dgm:t>
    </dgm:pt>
    <dgm:pt modelId="{113C3287-98BF-47DD-91A2-799D5A3593D0}" type="parTrans" cxnId="{42E4AE6A-4B5F-4809-B0AB-1A10E087042D}">
      <dgm:prSet/>
      <dgm:spPr/>
      <dgm:t>
        <a:bodyPr/>
        <a:lstStyle/>
        <a:p>
          <a:endParaRPr lang="en-US"/>
        </a:p>
      </dgm:t>
    </dgm:pt>
    <dgm:pt modelId="{2F05C9EA-86DA-4B89-A882-EAEBEDB1BD68}" type="sibTrans" cxnId="{42E4AE6A-4B5F-4809-B0AB-1A10E087042D}">
      <dgm:prSet/>
      <dgm:spPr/>
      <dgm:t>
        <a:bodyPr/>
        <a:lstStyle/>
        <a:p>
          <a:endParaRPr lang="en-US"/>
        </a:p>
      </dgm:t>
    </dgm:pt>
    <dgm:pt modelId="{5AEECC87-C791-4854-BE92-A79118A54301}">
      <dgm:prSet/>
      <dgm:spPr/>
      <dgm:t>
        <a:bodyPr/>
        <a:lstStyle/>
        <a:p>
          <a:r>
            <a:rPr lang="en-US"/>
            <a:t>FitBuddy is your go-to workout library with Thousands of exercises and goal-specific programs ready to start today.</a:t>
          </a:r>
        </a:p>
      </dgm:t>
    </dgm:pt>
    <dgm:pt modelId="{A476F398-061B-42A4-BC5C-5DAE9144BF0E}" type="parTrans" cxnId="{BFF0C993-9947-4050-AA69-E4E6C84F580E}">
      <dgm:prSet/>
      <dgm:spPr/>
      <dgm:t>
        <a:bodyPr/>
        <a:lstStyle/>
        <a:p>
          <a:endParaRPr lang="en-US"/>
        </a:p>
      </dgm:t>
    </dgm:pt>
    <dgm:pt modelId="{3C21B66F-76F8-4E2A-A5C8-D5262E554884}" type="sibTrans" cxnId="{BFF0C993-9947-4050-AA69-E4E6C84F580E}">
      <dgm:prSet/>
      <dgm:spPr/>
      <dgm:t>
        <a:bodyPr/>
        <a:lstStyle/>
        <a:p>
          <a:endParaRPr lang="en-US"/>
        </a:p>
      </dgm:t>
    </dgm:pt>
    <dgm:pt modelId="{142D36DD-94D8-46A4-ACF2-1098ECE93C10}">
      <dgm:prSet/>
      <dgm:spPr/>
      <dgm:t>
        <a:bodyPr/>
        <a:lstStyle/>
        <a:p>
          <a:r>
            <a:rPr lang="en-US"/>
            <a:t>“What should I do today?”- answered instantly </a:t>
          </a:r>
        </a:p>
      </dgm:t>
    </dgm:pt>
    <dgm:pt modelId="{AA686436-E2C2-4BCF-8906-9B4345590010}" type="parTrans" cxnId="{10A99048-7A6F-47D6-AD1B-DEEC90EA6FFF}">
      <dgm:prSet/>
      <dgm:spPr/>
      <dgm:t>
        <a:bodyPr/>
        <a:lstStyle/>
        <a:p>
          <a:endParaRPr lang="en-US"/>
        </a:p>
      </dgm:t>
    </dgm:pt>
    <dgm:pt modelId="{C3D63195-6198-42FC-9969-646D059BA4CB}" type="sibTrans" cxnId="{10A99048-7A6F-47D6-AD1B-DEEC90EA6FFF}">
      <dgm:prSet/>
      <dgm:spPr/>
      <dgm:t>
        <a:bodyPr/>
        <a:lstStyle/>
        <a:p>
          <a:endParaRPr lang="en-US"/>
        </a:p>
      </dgm:t>
    </dgm:pt>
    <dgm:pt modelId="{A0AE7C3E-FB8F-46A2-9C3A-F9CD1BD3D8F3}">
      <dgm:prSet/>
      <dgm:spPr/>
      <dgm:t>
        <a:bodyPr/>
        <a:lstStyle/>
        <a:p>
          <a:r>
            <a:rPr lang="en-US"/>
            <a:t>“How do I get there?”- a clear path forward </a:t>
          </a:r>
        </a:p>
      </dgm:t>
    </dgm:pt>
    <dgm:pt modelId="{DFDFBD45-3007-4132-96D3-36B2AC03D07A}" type="parTrans" cxnId="{B373C164-FA82-436A-92C0-6A3AFFE8C89E}">
      <dgm:prSet/>
      <dgm:spPr/>
      <dgm:t>
        <a:bodyPr/>
        <a:lstStyle/>
        <a:p>
          <a:endParaRPr lang="en-US"/>
        </a:p>
      </dgm:t>
    </dgm:pt>
    <dgm:pt modelId="{03EE8959-0EC6-49D5-9D04-2BEB00FBB51C}" type="sibTrans" cxnId="{B373C164-FA82-436A-92C0-6A3AFFE8C89E}">
      <dgm:prSet/>
      <dgm:spPr/>
      <dgm:t>
        <a:bodyPr/>
        <a:lstStyle/>
        <a:p>
          <a:endParaRPr lang="en-US"/>
        </a:p>
      </dgm:t>
    </dgm:pt>
    <dgm:pt modelId="{52BD276F-9B7F-45D5-A3B5-FA0ACA3DD0C8}" type="pres">
      <dgm:prSet presAssocID="{162AFBD1-369F-4726-9147-8916F7284A14}" presName="root" presStyleCnt="0">
        <dgm:presLayoutVars>
          <dgm:dir/>
          <dgm:resizeHandles val="exact"/>
        </dgm:presLayoutVars>
      </dgm:prSet>
      <dgm:spPr/>
    </dgm:pt>
    <dgm:pt modelId="{76D9D440-23F8-4AFA-9C74-23CDCED00000}" type="pres">
      <dgm:prSet presAssocID="{A0BA4982-083E-4846-A168-DEACA9575AF6}" presName="compNode" presStyleCnt="0"/>
      <dgm:spPr/>
    </dgm:pt>
    <dgm:pt modelId="{611D670A-25EB-41EA-BD6F-950687D96546}" type="pres">
      <dgm:prSet presAssocID="{A0BA4982-083E-4846-A168-DEACA9575AF6}" presName="bgRect" presStyleLbl="bgShp" presStyleIdx="0" presStyleCnt="5"/>
      <dgm:spPr/>
    </dgm:pt>
    <dgm:pt modelId="{E6B5E118-DB89-487C-87AF-658E60783EDF}" type="pres">
      <dgm:prSet presAssocID="{A0BA4982-083E-4846-A168-DEACA9575AF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E1D5D884-C44E-42DB-BC7E-A64D520D84E8}" type="pres">
      <dgm:prSet presAssocID="{A0BA4982-083E-4846-A168-DEACA9575AF6}" presName="spaceRect" presStyleCnt="0"/>
      <dgm:spPr/>
    </dgm:pt>
    <dgm:pt modelId="{E29BC816-252B-4B0B-8A75-3D0CB072A210}" type="pres">
      <dgm:prSet presAssocID="{A0BA4982-083E-4846-A168-DEACA9575AF6}" presName="parTx" presStyleLbl="revTx" presStyleIdx="0" presStyleCnt="5">
        <dgm:presLayoutVars>
          <dgm:chMax val="0"/>
          <dgm:chPref val="0"/>
        </dgm:presLayoutVars>
      </dgm:prSet>
      <dgm:spPr/>
    </dgm:pt>
    <dgm:pt modelId="{CABFD854-E518-482C-B1E4-68B379C1BDD7}" type="pres">
      <dgm:prSet presAssocID="{C8E0D9EF-7715-4B4F-A5B2-ED5A5D1ED73D}" presName="sibTrans" presStyleCnt="0"/>
      <dgm:spPr/>
    </dgm:pt>
    <dgm:pt modelId="{9C7327A8-69F6-49EE-8226-C607353E6B57}" type="pres">
      <dgm:prSet presAssocID="{6EE31608-ED77-466A-BFD2-7646F401C7E9}" presName="compNode" presStyleCnt="0"/>
      <dgm:spPr/>
    </dgm:pt>
    <dgm:pt modelId="{6A94F20D-FF89-4F9A-A5F3-7C8DC1C67618}" type="pres">
      <dgm:prSet presAssocID="{6EE31608-ED77-466A-BFD2-7646F401C7E9}" presName="bgRect" presStyleLbl="bgShp" presStyleIdx="1" presStyleCnt="5"/>
      <dgm:spPr/>
    </dgm:pt>
    <dgm:pt modelId="{04D5612C-9E95-4E3F-8525-94A1A9DA01F7}" type="pres">
      <dgm:prSet presAssocID="{6EE31608-ED77-466A-BFD2-7646F401C7E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89608A5-4469-4225-B6E3-2810E216CB3F}" type="pres">
      <dgm:prSet presAssocID="{6EE31608-ED77-466A-BFD2-7646F401C7E9}" presName="spaceRect" presStyleCnt="0"/>
      <dgm:spPr/>
    </dgm:pt>
    <dgm:pt modelId="{E6F6AA06-AE3B-4497-ABE9-EBE8F8479D19}" type="pres">
      <dgm:prSet presAssocID="{6EE31608-ED77-466A-BFD2-7646F401C7E9}" presName="parTx" presStyleLbl="revTx" presStyleIdx="1" presStyleCnt="5">
        <dgm:presLayoutVars>
          <dgm:chMax val="0"/>
          <dgm:chPref val="0"/>
        </dgm:presLayoutVars>
      </dgm:prSet>
      <dgm:spPr/>
    </dgm:pt>
    <dgm:pt modelId="{D2D69265-1A03-48AC-B9A0-5A764ABB996A}" type="pres">
      <dgm:prSet presAssocID="{2F05C9EA-86DA-4B89-A882-EAEBEDB1BD68}" presName="sibTrans" presStyleCnt="0"/>
      <dgm:spPr/>
    </dgm:pt>
    <dgm:pt modelId="{65B8DC40-F5E8-4ED7-8B2B-66785AF21404}" type="pres">
      <dgm:prSet presAssocID="{5AEECC87-C791-4854-BE92-A79118A54301}" presName="compNode" presStyleCnt="0"/>
      <dgm:spPr/>
    </dgm:pt>
    <dgm:pt modelId="{479F708D-EEFE-4297-81F8-C417E9B2FC8E}" type="pres">
      <dgm:prSet presAssocID="{5AEECC87-C791-4854-BE92-A79118A54301}" presName="bgRect" presStyleLbl="bgShp" presStyleIdx="2" presStyleCnt="5"/>
      <dgm:spPr/>
    </dgm:pt>
    <dgm:pt modelId="{4FC1FC6B-3370-4A0E-8F3A-99EC273C514A}" type="pres">
      <dgm:prSet presAssocID="{5AEECC87-C791-4854-BE92-A79118A5430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882895AB-8C47-48BA-A5BA-243A643DA57C}" type="pres">
      <dgm:prSet presAssocID="{5AEECC87-C791-4854-BE92-A79118A54301}" presName="spaceRect" presStyleCnt="0"/>
      <dgm:spPr/>
    </dgm:pt>
    <dgm:pt modelId="{F2C387B7-B8F6-45AA-9CF5-4BAB15AAB3BF}" type="pres">
      <dgm:prSet presAssocID="{5AEECC87-C791-4854-BE92-A79118A54301}" presName="parTx" presStyleLbl="revTx" presStyleIdx="2" presStyleCnt="5">
        <dgm:presLayoutVars>
          <dgm:chMax val="0"/>
          <dgm:chPref val="0"/>
        </dgm:presLayoutVars>
      </dgm:prSet>
      <dgm:spPr/>
    </dgm:pt>
    <dgm:pt modelId="{AF915E0B-EB48-46E2-A3A0-A1FEF3150FB7}" type="pres">
      <dgm:prSet presAssocID="{3C21B66F-76F8-4E2A-A5C8-D5262E554884}" presName="sibTrans" presStyleCnt="0"/>
      <dgm:spPr/>
    </dgm:pt>
    <dgm:pt modelId="{9733C23F-426C-4DBF-9855-CC2F11B67587}" type="pres">
      <dgm:prSet presAssocID="{142D36DD-94D8-46A4-ACF2-1098ECE93C10}" presName="compNode" presStyleCnt="0"/>
      <dgm:spPr/>
    </dgm:pt>
    <dgm:pt modelId="{9837736D-A978-471C-A0EF-BA826C572C23}" type="pres">
      <dgm:prSet presAssocID="{142D36DD-94D8-46A4-ACF2-1098ECE93C10}" presName="bgRect" presStyleLbl="bgShp" presStyleIdx="3" presStyleCnt="5"/>
      <dgm:spPr/>
    </dgm:pt>
    <dgm:pt modelId="{C4B7999C-58DB-42E8-8BB2-DE1D4CA76B97}" type="pres">
      <dgm:prSet presAssocID="{142D36DD-94D8-46A4-ACF2-1098ECE93C1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F510A2C-B4A1-4383-8837-D6227F48DB0B}" type="pres">
      <dgm:prSet presAssocID="{142D36DD-94D8-46A4-ACF2-1098ECE93C10}" presName="spaceRect" presStyleCnt="0"/>
      <dgm:spPr/>
    </dgm:pt>
    <dgm:pt modelId="{21D6DE34-2143-4593-81EF-E2E31E1FE6F6}" type="pres">
      <dgm:prSet presAssocID="{142D36DD-94D8-46A4-ACF2-1098ECE93C10}" presName="parTx" presStyleLbl="revTx" presStyleIdx="3" presStyleCnt="5">
        <dgm:presLayoutVars>
          <dgm:chMax val="0"/>
          <dgm:chPref val="0"/>
        </dgm:presLayoutVars>
      </dgm:prSet>
      <dgm:spPr/>
    </dgm:pt>
    <dgm:pt modelId="{C0D05B74-3D20-4563-81D5-2676CD6DBD16}" type="pres">
      <dgm:prSet presAssocID="{C3D63195-6198-42FC-9969-646D059BA4CB}" presName="sibTrans" presStyleCnt="0"/>
      <dgm:spPr/>
    </dgm:pt>
    <dgm:pt modelId="{E299029A-FFB4-4CA3-88D5-B009FE4135A2}" type="pres">
      <dgm:prSet presAssocID="{A0AE7C3E-FB8F-46A2-9C3A-F9CD1BD3D8F3}" presName="compNode" presStyleCnt="0"/>
      <dgm:spPr/>
    </dgm:pt>
    <dgm:pt modelId="{40D63A15-6B6E-43B6-A076-8CDC818B92B4}" type="pres">
      <dgm:prSet presAssocID="{A0AE7C3E-FB8F-46A2-9C3A-F9CD1BD3D8F3}" presName="bgRect" presStyleLbl="bgShp" presStyleIdx="4" presStyleCnt="5"/>
      <dgm:spPr/>
    </dgm:pt>
    <dgm:pt modelId="{E81D3388-28EC-4F02-A7E6-4C0966B353F7}" type="pres">
      <dgm:prSet presAssocID="{A0AE7C3E-FB8F-46A2-9C3A-F9CD1BD3D8F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D08D729F-D120-4F55-9E4C-3CA467845186}" type="pres">
      <dgm:prSet presAssocID="{A0AE7C3E-FB8F-46A2-9C3A-F9CD1BD3D8F3}" presName="spaceRect" presStyleCnt="0"/>
      <dgm:spPr/>
    </dgm:pt>
    <dgm:pt modelId="{D533D4D5-C3AE-4BCC-B26F-C57EEB5775CA}" type="pres">
      <dgm:prSet presAssocID="{A0AE7C3E-FB8F-46A2-9C3A-F9CD1BD3D8F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BA7C80A-9D07-41A3-8F93-403202E90006}" type="presOf" srcId="{6EE31608-ED77-466A-BFD2-7646F401C7E9}" destId="{E6F6AA06-AE3B-4497-ABE9-EBE8F8479D19}" srcOrd="0" destOrd="0" presId="urn:microsoft.com/office/officeart/2018/2/layout/IconVerticalSolidList"/>
    <dgm:cxn modelId="{0D71E034-8752-47D3-AFAB-E30116F36A2A}" type="presOf" srcId="{142D36DD-94D8-46A4-ACF2-1098ECE93C10}" destId="{21D6DE34-2143-4593-81EF-E2E31E1FE6F6}" srcOrd="0" destOrd="0" presId="urn:microsoft.com/office/officeart/2018/2/layout/IconVerticalSolidList"/>
    <dgm:cxn modelId="{25064741-C022-4B6D-8265-F42250C04962}" type="presOf" srcId="{162AFBD1-369F-4726-9147-8916F7284A14}" destId="{52BD276F-9B7F-45D5-A3B5-FA0ACA3DD0C8}" srcOrd="0" destOrd="0" presId="urn:microsoft.com/office/officeart/2018/2/layout/IconVerticalSolidList"/>
    <dgm:cxn modelId="{B373C164-FA82-436A-92C0-6A3AFFE8C89E}" srcId="{162AFBD1-369F-4726-9147-8916F7284A14}" destId="{A0AE7C3E-FB8F-46A2-9C3A-F9CD1BD3D8F3}" srcOrd="4" destOrd="0" parTransId="{DFDFBD45-3007-4132-96D3-36B2AC03D07A}" sibTransId="{03EE8959-0EC6-49D5-9D04-2BEB00FBB51C}"/>
    <dgm:cxn modelId="{10A99048-7A6F-47D6-AD1B-DEEC90EA6FFF}" srcId="{162AFBD1-369F-4726-9147-8916F7284A14}" destId="{142D36DD-94D8-46A4-ACF2-1098ECE93C10}" srcOrd="3" destOrd="0" parTransId="{AA686436-E2C2-4BCF-8906-9B4345590010}" sibTransId="{C3D63195-6198-42FC-9969-646D059BA4CB}"/>
    <dgm:cxn modelId="{42E4AE6A-4B5F-4809-B0AB-1A10E087042D}" srcId="{162AFBD1-369F-4726-9147-8916F7284A14}" destId="{6EE31608-ED77-466A-BFD2-7646F401C7E9}" srcOrd="1" destOrd="0" parTransId="{113C3287-98BF-47DD-91A2-799D5A3593D0}" sibTransId="{2F05C9EA-86DA-4B89-A882-EAEBEDB1BD68}"/>
    <dgm:cxn modelId="{669A4D50-4CC8-476D-B5A6-36345BCDBF9B}" type="presOf" srcId="{A0BA4982-083E-4846-A168-DEACA9575AF6}" destId="{E29BC816-252B-4B0B-8A75-3D0CB072A210}" srcOrd="0" destOrd="0" presId="urn:microsoft.com/office/officeart/2018/2/layout/IconVerticalSolidList"/>
    <dgm:cxn modelId="{7C977176-7A95-4FAA-905F-77DC50CEF684}" srcId="{162AFBD1-369F-4726-9147-8916F7284A14}" destId="{A0BA4982-083E-4846-A168-DEACA9575AF6}" srcOrd="0" destOrd="0" parTransId="{CB998894-BB7E-41E3-ADC0-9E62C5DE1B16}" sibTransId="{C8E0D9EF-7715-4B4F-A5B2-ED5A5D1ED73D}"/>
    <dgm:cxn modelId="{BFF0C993-9947-4050-AA69-E4E6C84F580E}" srcId="{162AFBD1-369F-4726-9147-8916F7284A14}" destId="{5AEECC87-C791-4854-BE92-A79118A54301}" srcOrd="2" destOrd="0" parTransId="{A476F398-061B-42A4-BC5C-5DAE9144BF0E}" sibTransId="{3C21B66F-76F8-4E2A-A5C8-D5262E554884}"/>
    <dgm:cxn modelId="{413D83A3-92A1-45DB-BB1D-F9130EE20682}" type="presOf" srcId="{A0AE7C3E-FB8F-46A2-9C3A-F9CD1BD3D8F3}" destId="{D533D4D5-C3AE-4BCC-B26F-C57EEB5775CA}" srcOrd="0" destOrd="0" presId="urn:microsoft.com/office/officeart/2018/2/layout/IconVerticalSolidList"/>
    <dgm:cxn modelId="{9780CFEF-DE1E-444C-8886-56DDE1A05AFB}" type="presOf" srcId="{5AEECC87-C791-4854-BE92-A79118A54301}" destId="{F2C387B7-B8F6-45AA-9CF5-4BAB15AAB3BF}" srcOrd="0" destOrd="0" presId="urn:microsoft.com/office/officeart/2018/2/layout/IconVerticalSolidList"/>
    <dgm:cxn modelId="{37EC080A-1004-4E8D-84C2-74860AFD448D}" type="presParOf" srcId="{52BD276F-9B7F-45D5-A3B5-FA0ACA3DD0C8}" destId="{76D9D440-23F8-4AFA-9C74-23CDCED00000}" srcOrd="0" destOrd="0" presId="urn:microsoft.com/office/officeart/2018/2/layout/IconVerticalSolidList"/>
    <dgm:cxn modelId="{75CC6A0A-B7D9-4D51-82E2-999BF148F27E}" type="presParOf" srcId="{76D9D440-23F8-4AFA-9C74-23CDCED00000}" destId="{611D670A-25EB-41EA-BD6F-950687D96546}" srcOrd="0" destOrd="0" presId="urn:microsoft.com/office/officeart/2018/2/layout/IconVerticalSolidList"/>
    <dgm:cxn modelId="{0D26181E-2D67-42A9-945C-28B834CDFFD8}" type="presParOf" srcId="{76D9D440-23F8-4AFA-9C74-23CDCED00000}" destId="{E6B5E118-DB89-487C-87AF-658E60783EDF}" srcOrd="1" destOrd="0" presId="urn:microsoft.com/office/officeart/2018/2/layout/IconVerticalSolidList"/>
    <dgm:cxn modelId="{6B8B162E-5155-4A2C-A1D9-C838818FAE5A}" type="presParOf" srcId="{76D9D440-23F8-4AFA-9C74-23CDCED00000}" destId="{E1D5D884-C44E-42DB-BC7E-A64D520D84E8}" srcOrd="2" destOrd="0" presId="urn:microsoft.com/office/officeart/2018/2/layout/IconVerticalSolidList"/>
    <dgm:cxn modelId="{00DF09F0-98AB-4ED9-8BAF-12E7C38D67F6}" type="presParOf" srcId="{76D9D440-23F8-4AFA-9C74-23CDCED00000}" destId="{E29BC816-252B-4B0B-8A75-3D0CB072A210}" srcOrd="3" destOrd="0" presId="urn:microsoft.com/office/officeart/2018/2/layout/IconVerticalSolidList"/>
    <dgm:cxn modelId="{F4D9F7ED-958B-42E6-AABF-7192251577E1}" type="presParOf" srcId="{52BD276F-9B7F-45D5-A3B5-FA0ACA3DD0C8}" destId="{CABFD854-E518-482C-B1E4-68B379C1BDD7}" srcOrd="1" destOrd="0" presId="urn:microsoft.com/office/officeart/2018/2/layout/IconVerticalSolidList"/>
    <dgm:cxn modelId="{C6DECEF6-35D4-4F3C-B6E8-D61708FD7285}" type="presParOf" srcId="{52BD276F-9B7F-45D5-A3B5-FA0ACA3DD0C8}" destId="{9C7327A8-69F6-49EE-8226-C607353E6B57}" srcOrd="2" destOrd="0" presId="urn:microsoft.com/office/officeart/2018/2/layout/IconVerticalSolidList"/>
    <dgm:cxn modelId="{3A8D9869-A4DF-4D75-BEE1-C0F843A1D914}" type="presParOf" srcId="{9C7327A8-69F6-49EE-8226-C607353E6B57}" destId="{6A94F20D-FF89-4F9A-A5F3-7C8DC1C67618}" srcOrd="0" destOrd="0" presId="urn:microsoft.com/office/officeart/2018/2/layout/IconVerticalSolidList"/>
    <dgm:cxn modelId="{44291ECF-10C4-44B1-B867-AAB9ECC87283}" type="presParOf" srcId="{9C7327A8-69F6-49EE-8226-C607353E6B57}" destId="{04D5612C-9E95-4E3F-8525-94A1A9DA01F7}" srcOrd="1" destOrd="0" presId="urn:microsoft.com/office/officeart/2018/2/layout/IconVerticalSolidList"/>
    <dgm:cxn modelId="{B4DB14E2-C1D2-4881-9B95-820FB90B8894}" type="presParOf" srcId="{9C7327A8-69F6-49EE-8226-C607353E6B57}" destId="{689608A5-4469-4225-B6E3-2810E216CB3F}" srcOrd="2" destOrd="0" presId="urn:microsoft.com/office/officeart/2018/2/layout/IconVerticalSolidList"/>
    <dgm:cxn modelId="{C3D6C617-A60C-4ED5-A9FB-80B84CBBA828}" type="presParOf" srcId="{9C7327A8-69F6-49EE-8226-C607353E6B57}" destId="{E6F6AA06-AE3B-4497-ABE9-EBE8F8479D19}" srcOrd="3" destOrd="0" presId="urn:microsoft.com/office/officeart/2018/2/layout/IconVerticalSolidList"/>
    <dgm:cxn modelId="{62098525-98FA-4D3B-A350-66D115304E88}" type="presParOf" srcId="{52BD276F-9B7F-45D5-A3B5-FA0ACA3DD0C8}" destId="{D2D69265-1A03-48AC-B9A0-5A764ABB996A}" srcOrd="3" destOrd="0" presId="urn:microsoft.com/office/officeart/2018/2/layout/IconVerticalSolidList"/>
    <dgm:cxn modelId="{4FDF0A33-CAED-48AC-B68D-7706137A1E7D}" type="presParOf" srcId="{52BD276F-9B7F-45D5-A3B5-FA0ACA3DD0C8}" destId="{65B8DC40-F5E8-4ED7-8B2B-66785AF21404}" srcOrd="4" destOrd="0" presId="urn:microsoft.com/office/officeart/2018/2/layout/IconVerticalSolidList"/>
    <dgm:cxn modelId="{7E661A21-BFC6-48A8-9C97-F09E7EFA42AC}" type="presParOf" srcId="{65B8DC40-F5E8-4ED7-8B2B-66785AF21404}" destId="{479F708D-EEFE-4297-81F8-C417E9B2FC8E}" srcOrd="0" destOrd="0" presId="urn:microsoft.com/office/officeart/2018/2/layout/IconVerticalSolidList"/>
    <dgm:cxn modelId="{77E0E8D7-9137-40C1-8D3D-766F216C5783}" type="presParOf" srcId="{65B8DC40-F5E8-4ED7-8B2B-66785AF21404}" destId="{4FC1FC6B-3370-4A0E-8F3A-99EC273C514A}" srcOrd="1" destOrd="0" presId="urn:microsoft.com/office/officeart/2018/2/layout/IconVerticalSolidList"/>
    <dgm:cxn modelId="{C3E106D2-FF57-48ED-8A37-3E1AE4B9427A}" type="presParOf" srcId="{65B8DC40-F5E8-4ED7-8B2B-66785AF21404}" destId="{882895AB-8C47-48BA-A5BA-243A643DA57C}" srcOrd="2" destOrd="0" presId="urn:microsoft.com/office/officeart/2018/2/layout/IconVerticalSolidList"/>
    <dgm:cxn modelId="{F8BFA0FD-3E48-42CD-9886-5DA136D91A5B}" type="presParOf" srcId="{65B8DC40-F5E8-4ED7-8B2B-66785AF21404}" destId="{F2C387B7-B8F6-45AA-9CF5-4BAB15AAB3BF}" srcOrd="3" destOrd="0" presId="urn:microsoft.com/office/officeart/2018/2/layout/IconVerticalSolidList"/>
    <dgm:cxn modelId="{A1ABFAF0-BA82-4FA7-8B79-3290C569E5CF}" type="presParOf" srcId="{52BD276F-9B7F-45D5-A3B5-FA0ACA3DD0C8}" destId="{AF915E0B-EB48-46E2-A3A0-A1FEF3150FB7}" srcOrd="5" destOrd="0" presId="urn:microsoft.com/office/officeart/2018/2/layout/IconVerticalSolidList"/>
    <dgm:cxn modelId="{D780AD2D-83F2-4EA0-BF1B-34DDD0685570}" type="presParOf" srcId="{52BD276F-9B7F-45D5-A3B5-FA0ACA3DD0C8}" destId="{9733C23F-426C-4DBF-9855-CC2F11B67587}" srcOrd="6" destOrd="0" presId="urn:microsoft.com/office/officeart/2018/2/layout/IconVerticalSolidList"/>
    <dgm:cxn modelId="{C5DF0FCE-BD7A-4AB2-9201-C90B270EFEA6}" type="presParOf" srcId="{9733C23F-426C-4DBF-9855-CC2F11B67587}" destId="{9837736D-A978-471C-A0EF-BA826C572C23}" srcOrd="0" destOrd="0" presId="urn:microsoft.com/office/officeart/2018/2/layout/IconVerticalSolidList"/>
    <dgm:cxn modelId="{1D92F702-DCD5-4B97-9D6C-D654C8ECE8CB}" type="presParOf" srcId="{9733C23F-426C-4DBF-9855-CC2F11B67587}" destId="{C4B7999C-58DB-42E8-8BB2-DE1D4CA76B97}" srcOrd="1" destOrd="0" presId="urn:microsoft.com/office/officeart/2018/2/layout/IconVerticalSolidList"/>
    <dgm:cxn modelId="{B7A0F6DC-63BF-49CD-A883-665F6FBF6639}" type="presParOf" srcId="{9733C23F-426C-4DBF-9855-CC2F11B67587}" destId="{1F510A2C-B4A1-4383-8837-D6227F48DB0B}" srcOrd="2" destOrd="0" presId="urn:microsoft.com/office/officeart/2018/2/layout/IconVerticalSolidList"/>
    <dgm:cxn modelId="{E70DA848-42C0-4DC9-BDC1-91AF829B8C89}" type="presParOf" srcId="{9733C23F-426C-4DBF-9855-CC2F11B67587}" destId="{21D6DE34-2143-4593-81EF-E2E31E1FE6F6}" srcOrd="3" destOrd="0" presId="urn:microsoft.com/office/officeart/2018/2/layout/IconVerticalSolidList"/>
    <dgm:cxn modelId="{8D336397-BFDF-4C0B-AE04-44DCAA9A58C6}" type="presParOf" srcId="{52BD276F-9B7F-45D5-A3B5-FA0ACA3DD0C8}" destId="{C0D05B74-3D20-4563-81D5-2676CD6DBD16}" srcOrd="7" destOrd="0" presId="urn:microsoft.com/office/officeart/2018/2/layout/IconVerticalSolidList"/>
    <dgm:cxn modelId="{E820C681-D78B-4D92-A7BC-9D9422CCFBDA}" type="presParOf" srcId="{52BD276F-9B7F-45D5-A3B5-FA0ACA3DD0C8}" destId="{E299029A-FFB4-4CA3-88D5-B009FE4135A2}" srcOrd="8" destOrd="0" presId="urn:microsoft.com/office/officeart/2018/2/layout/IconVerticalSolidList"/>
    <dgm:cxn modelId="{4450476B-A1ED-4C92-A42A-C529F88D6503}" type="presParOf" srcId="{E299029A-FFB4-4CA3-88D5-B009FE4135A2}" destId="{40D63A15-6B6E-43B6-A076-8CDC818B92B4}" srcOrd="0" destOrd="0" presId="urn:microsoft.com/office/officeart/2018/2/layout/IconVerticalSolidList"/>
    <dgm:cxn modelId="{627120AA-0C52-4902-9B7F-19ECDD4D4729}" type="presParOf" srcId="{E299029A-FFB4-4CA3-88D5-B009FE4135A2}" destId="{E81D3388-28EC-4F02-A7E6-4C0966B353F7}" srcOrd="1" destOrd="0" presId="urn:microsoft.com/office/officeart/2018/2/layout/IconVerticalSolidList"/>
    <dgm:cxn modelId="{AA5C71D2-4CD5-494E-A472-0DF83D386CE5}" type="presParOf" srcId="{E299029A-FFB4-4CA3-88D5-B009FE4135A2}" destId="{D08D729F-D120-4F55-9E4C-3CA467845186}" srcOrd="2" destOrd="0" presId="urn:microsoft.com/office/officeart/2018/2/layout/IconVerticalSolidList"/>
    <dgm:cxn modelId="{7EFB0790-EB73-4A8E-86C6-D3152D5139A6}" type="presParOf" srcId="{E299029A-FFB4-4CA3-88D5-B009FE4135A2}" destId="{D533D4D5-C3AE-4BCC-B26F-C57EEB5775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74E76E4-D48C-4B1D-829A-DB17018840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94D147-4343-4EAF-A7A0-B83AE1F4628F}">
      <dgm:prSet/>
      <dgm:spPr/>
      <dgm:t>
        <a:bodyPr/>
        <a:lstStyle/>
        <a:p>
          <a:r>
            <a:rPr lang="en-US"/>
            <a:t>FitBuddy removes the friction between wanting to work out and actually doing it.</a:t>
          </a:r>
        </a:p>
      </dgm:t>
    </dgm:pt>
    <dgm:pt modelId="{EC9CB294-C0D7-450E-8C0E-875E32A550C9}" type="parTrans" cxnId="{D89B194F-9A9C-45C5-AEBB-57A460FA3C11}">
      <dgm:prSet/>
      <dgm:spPr/>
      <dgm:t>
        <a:bodyPr/>
        <a:lstStyle/>
        <a:p>
          <a:endParaRPr lang="en-US"/>
        </a:p>
      </dgm:t>
    </dgm:pt>
    <dgm:pt modelId="{651B6CC2-0872-4B5C-A24F-B47D988E8CB1}" type="sibTrans" cxnId="{D89B194F-9A9C-45C5-AEBB-57A460FA3C11}">
      <dgm:prSet/>
      <dgm:spPr/>
      <dgm:t>
        <a:bodyPr/>
        <a:lstStyle/>
        <a:p>
          <a:endParaRPr lang="en-US"/>
        </a:p>
      </dgm:t>
    </dgm:pt>
    <dgm:pt modelId="{4B251132-BADF-4EF1-9A4D-7C04DB2BE74F}">
      <dgm:prSet/>
      <dgm:spPr/>
      <dgm:t>
        <a:bodyPr/>
        <a:lstStyle/>
        <a:p>
          <a:r>
            <a:rPr lang="en-US"/>
            <a:t>Select</a:t>
          </a:r>
        </a:p>
      </dgm:t>
    </dgm:pt>
    <dgm:pt modelId="{4D20FE70-607A-4749-9F46-D56F652D83A9}" type="parTrans" cxnId="{83FA1451-09C2-4129-B0B2-B59382E8F954}">
      <dgm:prSet/>
      <dgm:spPr/>
      <dgm:t>
        <a:bodyPr/>
        <a:lstStyle/>
        <a:p>
          <a:endParaRPr lang="en-US"/>
        </a:p>
      </dgm:t>
    </dgm:pt>
    <dgm:pt modelId="{229347C8-739F-4D56-B6B9-142D105FA646}" type="sibTrans" cxnId="{83FA1451-09C2-4129-B0B2-B59382E8F954}">
      <dgm:prSet/>
      <dgm:spPr/>
      <dgm:t>
        <a:bodyPr/>
        <a:lstStyle/>
        <a:p>
          <a:endParaRPr lang="en-US"/>
        </a:p>
      </dgm:t>
    </dgm:pt>
    <dgm:pt modelId="{9F9B695D-E697-40B0-BA0F-98ABD6AE4807}">
      <dgm:prSet/>
      <dgm:spPr/>
      <dgm:t>
        <a:bodyPr/>
        <a:lstStyle/>
        <a:p>
          <a:r>
            <a:rPr lang="en-US"/>
            <a:t>Pick a premade plan or build your own.</a:t>
          </a:r>
        </a:p>
      </dgm:t>
    </dgm:pt>
    <dgm:pt modelId="{52FE9909-E04E-488F-9805-78100FC1B762}" type="parTrans" cxnId="{53C6D2E6-434B-4EA1-A218-EA1E2B9C0B9B}">
      <dgm:prSet/>
      <dgm:spPr/>
      <dgm:t>
        <a:bodyPr/>
        <a:lstStyle/>
        <a:p>
          <a:endParaRPr lang="en-US"/>
        </a:p>
      </dgm:t>
    </dgm:pt>
    <dgm:pt modelId="{DF374D1F-8485-46ED-8BDE-CB9D5C42662E}" type="sibTrans" cxnId="{53C6D2E6-434B-4EA1-A218-EA1E2B9C0B9B}">
      <dgm:prSet/>
      <dgm:spPr/>
      <dgm:t>
        <a:bodyPr/>
        <a:lstStyle/>
        <a:p>
          <a:endParaRPr lang="en-US"/>
        </a:p>
      </dgm:t>
    </dgm:pt>
    <dgm:pt modelId="{6556FDC3-701D-4D92-A072-64E1EDF9C247}">
      <dgm:prSet/>
      <dgm:spPr/>
      <dgm:t>
        <a:bodyPr/>
        <a:lstStyle/>
        <a:p>
          <a:r>
            <a:rPr lang="en-US"/>
            <a:t>Structure </a:t>
          </a:r>
        </a:p>
      </dgm:t>
    </dgm:pt>
    <dgm:pt modelId="{4A79CE9B-EFBD-4352-90AC-1A208C66FDDE}" type="parTrans" cxnId="{C282A55D-3D6F-4B39-92EF-F909B56A55C5}">
      <dgm:prSet/>
      <dgm:spPr/>
      <dgm:t>
        <a:bodyPr/>
        <a:lstStyle/>
        <a:p>
          <a:endParaRPr lang="en-US"/>
        </a:p>
      </dgm:t>
    </dgm:pt>
    <dgm:pt modelId="{E54434FD-F293-47FB-99A8-40591C4866A3}" type="sibTrans" cxnId="{C282A55D-3D6F-4B39-92EF-F909B56A55C5}">
      <dgm:prSet/>
      <dgm:spPr/>
      <dgm:t>
        <a:bodyPr/>
        <a:lstStyle/>
        <a:p>
          <a:endParaRPr lang="en-US"/>
        </a:p>
      </dgm:t>
    </dgm:pt>
    <dgm:pt modelId="{D455ECDF-8730-4D60-8DC0-AE96647C1A28}">
      <dgm:prSet/>
      <dgm:spPr/>
      <dgm:t>
        <a:bodyPr/>
        <a:lstStyle/>
        <a:p>
          <a:r>
            <a:rPr lang="en-US"/>
            <a:t>Arrange warm-up, FITT main set, cool-down.</a:t>
          </a:r>
        </a:p>
      </dgm:t>
    </dgm:pt>
    <dgm:pt modelId="{465753F6-A3B5-4D53-B3AC-D6D566C0DF2F}" type="parTrans" cxnId="{037F9576-943D-4A8C-BF7A-EFEB17B3F6A6}">
      <dgm:prSet/>
      <dgm:spPr/>
      <dgm:t>
        <a:bodyPr/>
        <a:lstStyle/>
        <a:p>
          <a:endParaRPr lang="en-US"/>
        </a:p>
      </dgm:t>
    </dgm:pt>
    <dgm:pt modelId="{E9E259D0-6FE2-4C62-ADC1-BE202A1EA9BC}" type="sibTrans" cxnId="{037F9576-943D-4A8C-BF7A-EFEB17B3F6A6}">
      <dgm:prSet/>
      <dgm:spPr/>
      <dgm:t>
        <a:bodyPr/>
        <a:lstStyle/>
        <a:p>
          <a:endParaRPr lang="en-US"/>
        </a:p>
      </dgm:t>
    </dgm:pt>
    <dgm:pt modelId="{75E57AA8-6FE4-473E-90B1-F0D7DC5418BD}">
      <dgm:prSet/>
      <dgm:spPr/>
      <dgm:t>
        <a:bodyPr/>
        <a:lstStyle/>
        <a:p>
          <a:r>
            <a:rPr lang="en-US"/>
            <a:t>Evolve</a:t>
          </a:r>
        </a:p>
      </dgm:t>
    </dgm:pt>
    <dgm:pt modelId="{21BCEAAF-B81C-4C22-BC8F-2D511F4FB576}" type="parTrans" cxnId="{91C41E94-69D1-4B18-A714-2A78BA60E4A0}">
      <dgm:prSet/>
      <dgm:spPr/>
      <dgm:t>
        <a:bodyPr/>
        <a:lstStyle/>
        <a:p>
          <a:endParaRPr lang="en-US"/>
        </a:p>
      </dgm:t>
    </dgm:pt>
    <dgm:pt modelId="{E3603EC9-B629-413A-8226-E2790149363B}" type="sibTrans" cxnId="{91C41E94-69D1-4B18-A714-2A78BA60E4A0}">
      <dgm:prSet/>
      <dgm:spPr/>
      <dgm:t>
        <a:bodyPr/>
        <a:lstStyle/>
        <a:p>
          <a:endParaRPr lang="en-US"/>
        </a:p>
      </dgm:t>
    </dgm:pt>
    <dgm:pt modelId="{43AF238D-EB94-4345-8470-0D71171ADBB3}">
      <dgm:prSet/>
      <dgm:spPr/>
      <dgm:t>
        <a:bodyPr/>
        <a:lstStyle/>
        <a:p>
          <a:r>
            <a:rPr lang="en-US"/>
            <a:t>Auto-updated plans as you progress.</a:t>
          </a:r>
        </a:p>
      </dgm:t>
    </dgm:pt>
    <dgm:pt modelId="{B1793E01-9206-4C43-8DB7-4EA835682BEA}" type="parTrans" cxnId="{325645C9-C1C0-401E-816D-AC0A3B36DCB1}">
      <dgm:prSet/>
      <dgm:spPr/>
      <dgm:t>
        <a:bodyPr/>
        <a:lstStyle/>
        <a:p>
          <a:endParaRPr lang="en-US"/>
        </a:p>
      </dgm:t>
    </dgm:pt>
    <dgm:pt modelId="{9A4CAE05-54CD-4647-8E07-5333F346CB26}" type="sibTrans" cxnId="{325645C9-C1C0-401E-816D-AC0A3B36DCB1}">
      <dgm:prSet/>
      <dgm:spPr/>
      <dgm:t>
        <a:bodyPr/>
        <a:lstStyle/>
        <a:p>
          <a:endParaRPr lang="en-US"/>
        </a:p>
      </dgm:t>
    </dgm:pt>
    <dgm:pt modelId="{6F4986F9-AACE-41D5-A00E-1D763B096B37}">
      <dgm:prSet/>
      <dgm:spPr/>
      <dgm:t>
        <a:bodyPr/>
        <a:lstStyle/>
        <a:p>
          <a:r>
            <a:rPr lang="en-US"/>
            <a:t>Every session is organized with purpose, so you can train smarter without extra planning.</a:t>
          </a:r>
        </a:p>
      </dgm:t>
    </dgm:pt>
    <dgm:pt modelId="{F60C9CBA-CF3A-446D-8524-D0BB1C61CD75}" type="parTrans" cxnId="{7D9C303B-3E6F-462F-B8C7-09DE3452B78D}">
      <dgm:prSet/>
      <dgm:spPr/>
      <dgm:t>
        <a:bodyPr/>
        <a:lstStyle/>
        <a:p>
          <a:endParaRPr lang="en-US"/>
        </a:p>
      </dgm:t>
    </dgm:pt>
    <dgm:pt modelId="{43D7A5CE-06F9-4A56-B617-426455225ACD}" type="sibTrans" cxnId="{7D9C303B-3E6F-462F-B8C7-09DE3452B78D}">
      <dgm:prSet/>
      <dgm:spPr/>
      <dgm:t>
        <a:bodyPr/>
        <a:lstStyle/>
        <a:p>
          <a:endParaRPr lang="en-US"/>
        </a:p>
      </dgm:t>
    </dgm:pt>
    <dgm:pt modelId="{FE3FA6AA-9EF9-F043-81ED-571DEF063E2F}" type="pres">
      <dgm:prSet presAssocID="{974E76E4-D48C-4B1D-829A-DB1701884063}" presName="linear" presStyleCnt="0">
        <dgm:presLayoutVars>
          <dgm:animLvl val="lvl"/>
          <dgm:resizeHandles val="exact"/>
        </dgm:presLayoutVars>
      </dgm:prSet>
      <dgm:spPr/>
    </dgm:pt>
    <dgm:pt modelId="{B32ECA91-C759-2F4D-82B0-04B7EC5D131C}" type="pres">
      <dgm:prSet presAssocID="{AE94D147-4343-4EAF-A7A0-B83AE1F4628F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601DDB61-A870-E04F-8F83-1349680FD892}" type="pres">
      <dgm:prSet presAssocID="{651B6CC2-0872-4B5C-A24F-B47D988E8CB1}" presName="spacer" presStyleCnt="0"/>
      <dgm:spPr/>
    </dgm:pt>
    <dgm:pt modelId="{E9C2EA5D-96CC-2A4D-AAE1-2ACFD934C9D1}" type="pres">
      <dgm:prSet presAssocID="{4B251132-BADF-4EF1-9A4D-7C04DB2BE74F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C8E4A3A-22EA-F945-9E5F-5B35CF1ACA72}" type="pres">
      <dgm:prSet presAssocID="{229347C8-739F-4D56-B6B9-142D105FA646}" presName="spacer" presStyleCnt="0"/>
      <dgm:spPr/>
    </dgm:pt>
    <dgm:pt modelId="{86BAF068-D148-864F-BA20-6E06CF2AFFD4}" type="pres">
      <dgm:prSet presAssocID="{9F9B695D-E697-40B0-BA0F-98ABD6AE4807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F5ECB704-2718-0047-930F-9E7D4B0F9E0F}" type="pres">
      <dgm:prSet presAssocID="{DF374D1F-8485-46ED-8BDE-CB9D5C42662E}" presName="spacer" presStyleCnt="0"/>
      <dgm:spPr/>
    </dgm:pt>
    <dgm:pt modelId="{B134BFD1-F523-734F-A156-E1F7EB334622}" type="pres">
      <dgm:prSet presAssocID="{6556FDC3-701D-4D92-A072-64E1EDF9C247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B25DF910-099B-5242-90E9-059FBE64BBF4}" type="pres">
      <dgm:prSet presAssocID="{E54434FD-F293-47FB-99A8-40591C4866A3}" presName="spacer" presStyleCnt="0"/>
      <dgm:spPr/>
    </dgm:pt>
    <dgm:pt modelId="{1D2BAEB5-8BF4-3846-928C-90585975B981}" type="pres">
      <dgm:prSet presAssocID="{D455ECDF-8730-4D60-8DC0-AE96647C1A28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DDD91B21-26A0-6741-A176-8132934FF6F2}" type="pres">
      <dgm:prSet presAssocID="{E9E259D0-6FE2-4C62-ADC1-BE202A1EA9BC}" presName="spacer" presStyleCnt="0"/>
      <dgm:spPr/>
    </dgm:pt>
    <dgm:pt modelId="{77713631-E842-CA41-A2DF-02D32ABA7831}" type="pres">
      <dgm:prSet presAssocID="{75E57AA8-6FE4-473E-90B1-F0D7DC5418BD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69B8632D-5302-A84D-BB86-12CCF2B3DEB3}" type="pres">
      <dgm:prSet presAssocID="{E3603EC9-B629-413A-8226-E2790149363B}" presName="spacer" presStyleCnt="0"/>
      <dgm:spPr/>
    </dgm:pt>
    <dgm:pt modelId="{70F86176-9B83-5A47-AD2C-3DA5D4638E5F}" type="pres">
      <dgm:prSet presAssocID="{43AF238D-EB94-4345-8470-0D71171ADBB3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8D53DE4D-33F9-1444-9658-D0743C255F18}" type="pres">
      <dgm:prSet presAssocID="{9A4CAE05-54CD-4647-8E07-5333F346CB26}" presName="spacer" presStyleCnt="0"/>
      <dgm:spPr/>
    </dgm:pt>
    <dgm:pt modelId="{4CD7C8AA-8551-3A46-8754-AEB1298E90A5}" type="pres">
      <dgm:prSet presAssocID="{6F4986F9-AACE-41D5-A00E-1D763B096B37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BC8B3C2B-9D15-2946-B9E9-F5AFFFE4879B}" type="presOf" srcId="{9F9B695D-E697-40B0-BA0F-98ABD6AE4807}" destId="{86BAF068-D148-864F-BA20-6E06CF2AFFD4}" srcOrd="0" destOrd="0" presId="urn:microsoft.com/office/officeart/2005/8/layout/vList2"/>
    <dgm:cxn modelId="{0F399231-2BFC-8D4A-AFD6-178EB5D9038C}" type="presOf" srcId="{75E57AA8-6FE4-473E-90B1-F0D7DC5418BD}" destId="{77713631-E842-CA41-A2DF-02D32ABA7831}" srcOrd="0" destOrd="0" presId="urn:microsoft.com/office/officeart/2005/8/layout/vList2"/>
    <dgm:cxn modelId="{7D9C303B-3E6F-462F-B8C7-09DE3452B78D}" srcId="{974E76E4-D48C-4B1D-829A-DB1701884063}" destId="{6F4986F9-AACE-41D5-A00E-1D763B096B37}" srcOrd="7" destOrd="0" parTransId="{F60C9CBA-CF3A-446D-8524-D0BB1C61CD75}" sibTransId="{43D7A5CE-06F9-4A56-B617-426455225ACD}"/>
    <dgm:cxn modelId="{C282A55D-3D6F-4B39-92EF-F909B56A55C5}" srcId="{974E76E4-D48C-4B1D-829A-DB1701884063}" destId="{6556FDC3-701D-4D92-A072-64E1EDF9C247}" srcOrd="3" destOrd="0" parTransId="{4A79CE9B-EFBD-4352-90AC-1A208C66FDDE}" sibTransId="{E54434FD-F293-47FB-99A8-40591C4866A3}"/>
    <dgm:cxn modelId="{7BC16547-F930-D947-B285-521ACDE7146C}" type="presOf" srcId="{974E76E4-D48C-4B1D-829A-DB1701884063}" destId="{FE3FA6AA-9EF9-F043-81ED-571DEF063E2F}" srcOrd="0" destOrd="0" presId="urn:microsoft.com/office/officeart/2005/8/layout/vList2"/>
    <dgm:cxn modelId="{15CF6469-8C25-DC41-A891-EE836531CAA3}" type="presOf" srcId="{43AF238D-EB94-4345-8470-0D71171ADBB3}" destId="{70F86176-9B83-5A47-AD2C-3DA5D4638E5F}" srcOrd="0" destOrd="0" presId="urn:microsoft.com/office/officeart/2005/8/layout/vList2"/>
    <dgm:cxn modelId="{C4FE4D4C-ECB5-F947-ACA4-FA3FE95FA93D}" type="presOf" srcId="{D455ECDF-8730-4D60-8DC0-AE96647C1A28}" destId="{1D2BAEB5-8BF4-3846-928C-90585975B981}" srcOrd="0" destOrd="0" presId="urn:microsoft.com/office/officeart/2005/8/layout/vList2"/>
    <dgm:cxn modelId="{D89B194F-9A9C-45C5-AEBB-57A460FA3C11}" srcId="{974E76E4-D48C-4B1D-829A-DB1701884063}" destId="{AE94D147-4343-4EAF-A7A0-B83AE1F4628F}" srcOrd="0" destOrd="0" parTransId="{EC9CB294-C0D7-450E-8C0E-875E32A550C9}" sibTransId="{651B6CC2-0872-4B5C-A24F-B47D988E8CB1}"/>
    <dgm:cxn modelId="{41ADFA70-FD1D-E246-AF36-AB9F305BE122}" type="presOf" srcId="{6556FDC3-701D-4D92-A072-64E1EDF9C247}" destId="{B134BFD1-F523-734F-A156-E1F7EB334622}" srcOrd="0" destOrd="0" presId="urn:microsoft.com/office/officeart/2005/8/layout/vList2"/>
    <dgm:cxn modelId="{83FA1451-09C2-4129-B0B2-B59382E8F954}" srcId="{974E76E4-D48C-4B1D-829A-DB1701884063}" destId="{4B251132-BADF-4EF1-9A4D-7C04DB2BE74F}" srcOrd="1" destOrd="0" parTransId="{4D20FE70-607A-4749-9F46-D56F652D83A9}" sibTransId="{229347C8-739F-4D56-B6B9-142D105FA646}"/>
    <dgm:cxn modelId="{037F9576-943D-4A8C-BF7A-EFEB17B3F6A6}" srcId="{974E76E4-D48C-4B1D-829A-DB1701884063}" destId="{D455ECDF-8730-4D60-8DC0-AE96647C1A28}" srcOrd="4" destOrd="0" parTransId="{465753F6-A3B5-4D53-B3AC-D6D566C0DF2F}" sibTransId="{E9E259D0-6FE2-4C62-ADC1-BE202A1EA9BC}"/>
    <dgm:cxn modelId="{0A74017B-A56A-D44C-B62F-1D1B70121DC7}" type="presOf" srcId="{AE94D147-4343-4EAF-A7A0-B83AE1F4628F}" destId="{B32ECA91-C759-2F4D-82B0-04B7EC5D131C}" srcOrd="0" destOrd="0" presId="urn:microsoft.com/office/officeart/2005/8/layout/vList2"/>
    <dgm:cxn modelId="{91C41E94-69D1-4B18-A714-2A78BA60E4A0}" srcId="{974E76E4-D48C-4B1D-829A-DB1701884063}" destId="{75E57AA8-6FE4-473E-90B1-F0D7DC5418BD}" srcOrd="5" destOrd="0" parTransId="{21BCEAAF-B81C-4C22-BC8F-2D511F4FB576}" sibTransId="{E3603EC9-B629-413A-8226-E2790149363B}"/>
    <dgm:cxn modelId="{11964C95-F27D-DD47-A85E-5CD4836247F1}" type="presOf" srcId="{6F4986F9-AACE-41D5-A00E-1D763B096B37}" destId="{4CD7C8AA-8551-3A46-8754-AEB1298E90A5}" srcOrd="0" destOrd="0" presId="urn:microsoft.com/office/officeart/2005/8/layout/vList2"/>
    <dgm:cxn modelId="{325645C9-C1C0-401E-816D-AC0A3B36DCB1}" srcId="{974E76E4-D48C-4B1D-829A-DB1701884063}" destId="{43AF238D-EB94-4345-8470-0D71171ADBB3}" srcOrd="6" destOrd="0" parTransId="{B1793E01-9206-4C43-8DB7-4EA835682BEA}" sibTransId="{9A4CAE05-54CD-4647-8E07-5333F346CB26}"/>
    <dgm:cxn modelId="{09236ED2-4372-CE49-A21D-2BE6792F1588}" type="presOf" srcId="{4B251132-BADF-4EF1-9A4D-7C04DB2BE74F}" destId="{E9C2EA5D-96CC-2A4D-AAE1-2ACFD934C9D1}" srcOrd="0" destOrd="0" presId="urn:microsoft.com/office/officeart/2005/8/layout/vList2"/>
    <dgm:cxn modelId="{53C6D2E6-434B-4EA1-A218-EA1E2B9C0B9B}" srcId="{974E76E4-D48C-4B1D-829A-DB1701884063}" destId="{9F9B695D-E697-40B0-BA0F-98ABD6AE4807}" srcOrd="2" destOrd="0" parTransId="{52FE9909-E04E-488F-9805-78100FC1B762}" sibTransId="{DF374D1F-8485-46ED-8BDE-CB9D5C42662E}"/>
    <dgm:cxn modelId="{4631C1C4-F018-B94C-B465-6D8AFC4E7586}" type="presParOf" srcId="{FE3FA6AA-9EF9-F043-81ED-571DEF063E2F}" destId="{B32ECA91-C759-2F4D-82B0-04B7EC5D131C}" srcOrd="0" destOrd="0" presId="urn:microsoft.com/office/officeart/2005/8/layout/vList2"/>
    <dgm:cxn modelId="{33604922-4DA6-F241-8933-891D6ABCDF00}" type="presParOf" srcId="{FE3FA6AA-9EF9-F043-81ED-571DEF063E2F}" destId="{601DDB61-A870-E04F-8F83-1349680FD892}" srcOrd="1" destOrd="0" presId="urn:microsoft.com/office/officeart/2005/8/layout/vList2"/>
    <dgm:cxn modelId="{806B2D59-6FA2-114A-A819-34D136D24BCB}" type="presParOf" srcId="{FE3FA6AA-9EF9-F043-81ED-571DEF063E2F}" destId="{E9C2EA5D-96CC-2A4D-AAE1-2ACFD934C9D1}" srcOrd="2" destOrd="0" presId="urn:microsoft.com/office/officeart/2005/8/layout/vList2"/>
    <dgm:cxn modelId="{9438E8CD-E365-4E4D-A0E2-C3A1FCE28C2D}" type="presParOf" srcId="{FE3FA6AA-9EF9-F043-81ED-571DEF063E2F}" destId="{1C8E4A3A-22EA-F945-9E5F-5B35CF1ACA72}" srcOrd="3" destOrd="0" presId="urn:microsoft.com/office/officeart/2005/8/layout/vList2"/>
    <dgm:cxn modelId="{C7811341-F16A-B443-B421-7EFF74BB311F}" type="presParOf" srcId="{FE3FA6AA-9EF9-F043-81ED-571DEF063E2F}" destId="{86BAF068-D148-864F-BA20-6E06CF2AFFD4}" srcOrd="4" destOrd="0" presId="urn:microsoft.com/office/officeart/2005/8/layout/vList2"/>
    <dgm:cxn modelId="{B3E8261A-25CB-9441-9061-425F808CC7E1}" type="presParOf" srcId="{FE3FA6AA-9EF9-F043-81ED-571DEF063E2F}" destId="{F5ECB704-2718-0047-930F-9E7D4B0F9E0F}" srcOrd="5" destOrd="0" presId="urn:microsoft.com/office/officeart/2005/8/layout/vList2"/>
    <dgm:cxn modelId="{419143F6-FC45-504A-917C-559F924A574D}" type="presParOf" srcId="{FE3FA6AA-9EF9-F043-81ED-571DEF063E2F}" destId="{B134BFD1-F523-734F-A156-E1F7EB334622}" srcOrd="6" destOrd="0" presId="urn:microsoft.com/office/officeart/2005/8/layout/vList2"/>
    <dgm:cxn modelId="{00719DB9-1E31-8148-B9DC-0EF83AB012FF}" type="presParOf" srcId="{FE3FA6AA-9EF9-F043-81ED-571DEF063E2F}" destId="{B25DF910-099B-5242-90E9-059FBE64BBF4}" srcOrd="7" destOrd="0" presId="urn:microsoft.com/office/officeart/2005/8/layout/vList2"/>
    <dgm:cxn modelId="{23C6530A-98CA-1940-A133-3B4A6921E342}" type="presParOf" srcId="{FE3FA6AA-9EF9-F043-81ED-571DEF063E2F}" destId="{1D2BAEB5-8BF4-3846-928C-90585975B981}" srcOrd="8" destOrd="0" presId="urn:microsoft.com/office/officeart/2005/8/layout/vList2"/>
    <dgm:cxn modelId="{A19F805E-C830-A148-81D7-817176D4C9DD}" type="presParOf" srcId="{FE3FA6AA-9EF9-F043-81ED-571DEF063E2F}" destId="{DDD91B21-26A0-6741-A176-8132934FF6F2}" srcOrd="9" destOrd="0" presId="urn:microsoft.com/office/officeart/2005/8/layout/vList2"/>
    <dgm:cxn modelId="{E3D31A54-66BB-7441-B471-C3B75ED49616}" type="presParOf" srcId="{FE3FA6AA-9EF9-F043-81ED-571DEF063E2F}" destId="{77713631-E842-CA41-A2DF-02D32ABA7831}" srcOrd="10" destOrd="0" presId="urn:microsoft.com/office/officeart/2005/8/layout/vList2"/>
    <dgm:cxn modelId="{F21A3EBB-C8AC-1940-8EA1-670E9737DA90}" type="presParOf" srcId="{FE3FA6AA-9EF9-F043-81ED-571DEF063E2F}" destId="{69B8632D-5302-A84D-BB86-12CCF2B3DEB3}" srcOrd="11" destOrd="0" presId="urn:microsoft.com/office/officeart/2005/8/layout/vList2"/>
    <dgm:cxn modelId="{5CB1B4DA-8E87-E644-9C61-E955661C4ABF}" type="presParOf" srcId="{FE3FA6AA-9EF9-F043-81ED-571DEF063E2F}" destId="{70F86176-9B83-5A47-AD2C-3DA5D4638E5F}" srcOrd="12" destOrd="0" presId="urn:microsoft.com/office/officeart/2005/8/layout/vList2"/>
    <dgm:cxn modelId="{626B23D4-CA4B-AE4D-88FE-348D674465A0}" type="presParOf" srcId="{FE3FA6AA-9EF9-F043-81ED-571DEF063E2F}" destId="{8D53DE4D-33F9-1444-9658-D0743C255F18}" srcOrd="13" destOrd="0" presId="urn:microsoft.com/office/officeart/2005/8/layout/vList2"/>
    <dgm:cxn modelId="{DBC8C7B9-CBCA-4B45-AAF7-4F6C29EAEAA3}" type="presParOf" srcId="{FE3FA6AA-9EF9-F043-81ED-571DEF063E2F}" destId="{4CD7C8AA-8551-3A46-8754-AEB1298E90A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6BFE1BB-6EAE-452A-A911-DB65CD935E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40664A-5286-439E-9D5F-74AD1500F6EA}">
      <dgm:prSet/>
      <dgm:spPr/>
      <dgm:t>
        <a:bodyPr/>
        <a:lstStyle/>
        <a:p>
          <a:r>
            <a:rPr lang="en-US"/>
            <a:t>Built-In Variety </a:t>
          </a:r>
        </a:p>
      </dgm:t>
    </dgm:pt>
    <dgm:pt modelId="{AA94895C-B264-459E-9AE3-9453499B7AB3}" type="parTrans" cxnId="{37091EE7-2B10-4D6A-8FBA-81EEEF9B24F1}">
      <dgm:prSet/>
      <dgm:spPr/>
      <dgm:t>
        <a:bodyPr/>
        <a:lstStyle/>
        <a:p>
          <a:endParaRPr lang="en-US"/>
        </a:p>
      </dgm:t>
    </dgm:pt>
    <dgm:pt modelId="{E2E0F6F3-49CD-4E05-997D-CC8460AAD826}" type="sibTrans" cxnId="{37091EE7-2B10-4D6A-8FBA-81EEEF9B24F1}">
      <dgm:prSet/>
      <dgm:spPr/>
      <dgm:t>
        <a:bodyPr/>
        <a:lstStyle/>
        <a:p>
          <a:endParaRPr lang="en-US"/>
        </a:p>
      </dgm:t>
    </dgm:pt>
    <dgm:pt modelId="{B4062990-AC16-480B-9F57-17D29F2DE0C7}">
      <dgm:prSet/>
      <dgm:spPr/>
      <dgm:t>
        <a:bodyPr/>
        <a:lstStyle/>
        <a:p>
          <a:r>
            <a:rPr lang="en-US"/>
            <a:t>Core, lower body, cardio, and stretches keep session fresh and consistent.</a:t>
          </a:r>
        </a:p>
      </dgm:t>
    </dgm:pt>
    <dgm:pt modelId="{0CD55C02-4A85-4D6A-8774-BB90E0712C81}" type="parTrans" cxnId="{C406074F-A73C-413E-8BD9-BD113C30EC5B}">
      <dgm:prSet/>
      <dgm:spPr/>
      <dgm:t>
        <a:bodyPr/>
        <a:lstStyle/>
        <a:p>
          <a:endParaRPr lang="en-US"/>
        </a:p>
      </dgm:t>
    </dgm:pt>
    <dgm:pt modelId="{ABFD4D99-2EC7-448A-9A01-0C5683A5A7F6}" type="sibTrans" cxnId="{C406074F-A73C-413E-8BD9-BD113C30EC5B}">
      <dgm:prSet/>
      <dgm:spPr/>
      <dgm:t>
        <a:bodyPr/>
        <a:lstStyle/>
        <a:p>
          <a:endParaRPr lang="en-US"/>
        </a:p>
      </dgm:t>
    </dgm:pt>
    <dgm:pt modelId="{E76BF7DE-7888-4E21-B123-69056373F6DE}">
      <dgm:prSet/>
      <dgm:spPr/>
      <dgm:t>
        <a:bodyPr/>
        <a:lstStyle/>
        <a:p>
          <a:r>
            <a:rPr lang="en-US"/>
            <a:t>Goal-specific Tracks</a:t>
          </a:r>
        </a:p>
      </dgm:t>
    </dgm:pt>
    <dgm:pt modelId="{2EC6B233-27BC-4D24-8C41-6F81EB3ACFAB}" type="parTrans" cxnId="{392806EA-1E9F-4F03-8074-DFAA22D43DCF}">
      <dgm:prSet/>
      <dgm:spPr/>
      <dgm:t>
        <a:bodyPr/>
        <a:lstStyle/>
        <a:p>
          <a:endParaRPr lang="en-US"/>
        </a:p>
      </dgm:t>
    </dgm:pt>
    <dgm:pt modelId="{A5DB40F4-6F01-4548-B7F0-321C79515601}" type="sibTrans" cxnId="{392806EA-1E9F-4F03-8074-DFAA22D43DCF}">
      <dgm:prSet/>
      <dgm:spPr/>
      <dgm:t>
        <a:bodyPr/>
        <a:lstStyle/>
        <a:p>
          <a:endParaRPr lang="en-US"/>
        </a:p>
      </dgm:t>
    </dgm:pt>
    <dgm:pt modelId="{F8FF5B1E-FB26-4EA2-8464-A0E6EC3201EA}">
      <dgm:prSet/>
      <dgm:spPr/>
      <dgm:t>
        <a:bodyPr/>
        <a:lstStyle/>
        <a:p>
          <a:r>
            <a:rPr lang="en-US"/>
            <a:t>Your plan keeps you moving forward, even on low-energy days.</a:t>
          </a:r>
        </a:p>
      </dgm:t>
    </dgm:pt>
    <dgm:pt modelId="{627272A5-17B9-450B-B852-522BBDF68B9D}" type="parTrans" cxnId="{DD487CD8-26BA-4054-9C44-CF1231141B26}">
      <dgm:prSet/>
      <dgm:spPr/>
      <dgm:t>
        <a:bodyPr/>
        <a:lstStyle/>
        <a:p>
          <a:endParaRPr lang="en-US"/>
        </a:p>
      </dgm:t>
    </dgm:pt>
    <dgm:pt modelId="{54CA2110-DEB5-4C43-80CF-BD74FE829C9E}" type="sibTrans" cxnId="{DD487CD8-26BA-4054-9C44-CF1231141B26}">
      <dgm:prSet/>
      <dgm:spPr/>
      <dgm:t>
        <a:bodyPr/>
        <a:lstStyle/>
        <a:p>
          <a:endParaRPr lang="en-US"/>
        </a:p>
      </dgm:t>
    </dgm:pt>
    <dgm:pt modelId="{4A6E5B87-F3B8-4BD0-971D-4539AE70CEF4}">
      <dgm:prSet/>
      <dgm:spPr/>
      <dgm:t>
        <a:bodyPr/>
        <a:lstStyle/>
        <a:p>
          <a:r>
            <a:rPr lang="en-US"/>
            <a:t>Consistency by Design</a:t>
          </a:r>
        </a:p>
      </dgm:t>
    </dgm:pt>
    <dgm:pt modelId="{6BBF645C-3051-4EB7-AD8C-4B4BF6AF7EDC}" type="parTrans" cxnId="{EF6A8027-FCF1-4CD8-8647-DC921D42F193}">
      <dgm:prSet/>
      <dgm:spPr/>
      <dgm:t>
        <a:bodyPr/>
        <a:lstStyle/>
        <a:p>
          <a:endParaRPr lang="en-US"/>
        </a:p>
      </dgm:t>
    </dgm:pt>
    <dgm:pt modelId="{4D50A4B2-4079-476B-AC5A-563704AB70BC}" type="sibTrans" cxnId="{EF6A8027-FCF1-4CD8-8647-DC921D42F193}">
      <dgm:prSet/>
      <dgm:spPr/>
      <dgm:t>
        <a:bodyPr/>
        <a:lstStyle/>
        <a:p>
          <a:endParaRPr lang="en-US"/>
        </a:p>
      </dgm:t>
    </dgm:pt>
    <dgm:pt modelId="{E9581DD2-5ABA-4FBF-9E59-24231D3F24FA}">
      <dgm:prSet/>
      <dgm:spPr/>
      <dgm:t>
        <a:bodyPr/>
        <a:lstStyle/>
        <a:p>
          <a:r>
            <a:rPr lang="en-US"/>
            <a:t>Structure and variety work together to reduce drop-off.</a:t>
          </a:r>
        </a:p>
      </dgm:t>
    </dgm:pt>
    <dgm:pt modelId="{E3AC65BA-5A28-4F8E-A65C-C45AC102B0C1}" type="parTrans" cxnId="{FB82F042-7749-4E5E-A5AD-C1A3145A1801}">
      <dgm:prSet/>
      <dgm:spPr/>
      <dgm:t>
        <a:bodyPr/>
        <a:lstStyle/>
        <a:p>
          <a:endParaRPr lang="en-US"/>
        </a:p>
      </dgm:t>
    </dgm:pt>
    <dgm:pt modelId="{A1980EE9-BF80-46DC-97CC-4F270BFB8A49}" type="sibTrans" cxnId="{FB82F042-7749-4E5E-A5AD-C1A3145A1801}">
      <dgm:prSet/>
      <dgm:spPr/>
      <dgm:t>
        <a:bodyPr/>
        <a:lstStyle/>
        <a:p>
          <a:endParaRPr lang="en-US"/>
        </a:p>
      </dgm:t>
    </dgm:pt>
    <dgm:pt modelId="{E5EE8752-7356-4B6F-9F03-AA3A53FECEDA}" type="pres">
      <dgm:prSet presAssocID="{A6BFE1BB-6EAE-452A-A911-DB65CD935E1F}" presName="root" presStyleCnt="0">
        <dgm:presLayoutVars>
          <dgm:dir/>
          <dgm:resizeHandles val="exact"/>
        </dgm:presLayoutVars>
      </dgm:prSet>
      <dgm:spPr/>
    </dgm:pt>
    <dgm:pt modelId="{9FB3F170-38CF-4663-B2A4-65817DA4FC0D}" type="pres">
      <dgm:prSet presAssocID="{1E40664A-5286-439E-9D5F-74AD1500F6EA}" presName="compNode" presStyleCnt="0"/>
      <dgm:spPr/>
    </dgm:pt>
    <dgm:pt modelId="{5DC52A8B-723F-4E54-B3EB-C43DEB63B09C}" type="pres">
      <dgm:prSet presAssocID="{1E40664A-5286-439E-9D5F-74AD1500F6EA}" presName="bgRect" presStyleLbl="bgShp" presStyleIdx="0" presStyleCnt="6"/>
      <dgm:spPr/>
    </dgm:pt>
    <dgm:pt modelId="{A9A19E26-0039-432F-A084-785306626BAD}" type="pres">
      <dgm:prSet presAssocID="{1E40664A-5286-439E-9D5F-74AD1500F6E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7483C0BB-6622-4161-AE4A-B28DC5065D78}" type="pres">
      <dgm:prSet presAssocID="{1E40664A-5286-439E-9D5F-74AD1500F6EA}" presName="spaceRect" presStyleCnt="0"/>
      <dgm:spPr/>
    </dgm:pt>
    <dgm:pt modelId="{03BE9490-4878-403A-BC17-228A6EDC9853}" type="pres">
      <dgm:prSet presAssocID="{1E40664A-5286-439E-9D5F-74AD1500F6EA}" presName="parTx" presStyleLbl="revTx" presStyleIdx="0" presStyleCnt="6">
        <dgm:presLayoutVars>
          <dgm:chMax val="0"/>
          <dgm:chPref val="0"/>
        </dgm:presLayoutVars>
      </dgm:prSet>
      <dgm:spPr/>
    </dgm:pt>
    <dgm:pt modelId="{D95BA104-752A-45AA-8321-EC1FC71752AE}" type="pres">
      <dgm:prSet presAssocID="{E2E0F6F3-49CD-4E05-997D-CC8460AAD826}" presName="sibTrans" presStyleCnt="0"/>
      <dgm:spPr/>
    </dgm:pt>
    <dgm:pt modelId="{04DB5780-523A-4AAC-9D64-BD1864E79999}" type="pres">
      <dgm:prSet presAssocID="{B4062990-AC16-480B-9F57-17D29F2DE0C7}" presName="compNode" presStyleCnt="0"/>
      <dgm:spPr/>
    </dgm:pt>
    <dgm:pt modelId="{E9A9A33E-8DBF-484C-8058-D88F6DE050E4}" type="pres">
      <dgm:prSet presAssocID="{B4062990-AC16-480B-9F57-17D29F2DE0C7}" presName="bgRect" presStyleLbl="bgShp" presStyleIdx="1" presStyleCnt="6"/>
      <dgm:spPr/>
    </dgm:pt>
    <dgm:pt modelId="{E377A953-F934-4495-A807-CEC800D70C7B}" type="pres">
      <dgm:prSet presAssocID="{B4062990-AC16-480B-9F57-17D29F2DE0C7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35D1B670-DA9D-410D-9ACA-207AF55AB27C}" type="pres">
      <dgm:prSet presAssocID="{B4062990-AC16-480B-9F57-17D29F2DE0C7}" presName="spaceRect" presStyleCnt="0"/>
      <dgm:spPr/>
    </dgm:pt>
    <dgm:pt modelId="{5259B98A-813F-47BE-94BF-1BE2A795DDCB}" type="pres">
      <dgm:prSet presAssocID="{B4062990-AC16-480B-9F57-17D29F2DE0C7}" presName="parTx" presStyleLbl="revTx" presStyleIdx="1" presStyleCnt="6">
        <dgm:presLayoutVars>
          <dgm:chMax val="0"/>
          <dgm:chPref val="0"/>
        </dgm:presLayoutVars>
      </dgm:prSet>
      <dgm:spPr/>
    </dgm:pt>
    <dgm:pt modelId="{6B6B24AC-D096-4DEE-AA6F-89E6A3DF06E9}" type="pres">
      <dgm:prSet presAssocID="{ABFD4D99-2EC7-448A-9A01-0C5683A5A7F6}" presName="sibTrans" presStyleCnt="0"/>
      <dgm:spPr/>
    </dgm:pt>
    <dgm:pt modelId="{7C213D97-F241-4D80-B66F-D2C22700B28B}" type="pres">
      <dgm:prSet presAssocID="{E76BF7DE-7888-4E21-B123-69056373F6DE}" presName="compNode" presStyleCnt="0"/>
      <dgm:spPr/>
    </dgm:pt>
    <dgm:pt modelId="{988E6E56-2C8A-4C61-8545-A2D9E4B215C8}" type="pres">
      <dgm:prSet presAssocID="{E76BF7DE-7888-4E21-B123-69056373F6DE}" presName="bgRect" presStyleLbl="bgShp" presStyleIdx="2" presStyleCnt="6"/>
      <dgm:spPr/>
    </dgm:pt>
    <dgm:pt modelId="{7FA3D9D2-9F4A-4A16-9CEE-98A777AB3412}" type="pres">
      <dgm:prSet presAssocID="{E76BF7DE-7888-4E21-B123-69056373F6DE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69195C7-7EA7-44B0-93F3-66C7C1A37D95}" type="pres">
      <dgm:prSet presAssocID="{E76BF7DE-7888-4E21-B123-69056373F6DE}" presName="spaceRect" presStyleCnt="0"/>
      <dgm:spPr/>
    </dgm:pt>
    <dgm:pt modelId="{1DFD30C5-3207-43C4-A7CD-204039D51206}" type="pres">
      <dgm:prSet presAssocID="{E76BF7DE-7888-4E21-B123-69056373F6DE}" presName="parTx" presStyleLbl="revTx" presStyleIdx="2" presStyleCnt="6">
        <dgm:presLayoutVars>
          <dgm:chMax val="0"/>
          <dgm:chPref val="0"/>
        </dgm:presLayoutVars>
      </dgm:prSet>
      <dgm:spPr/>
    </dgm:pt>
    <dgm:pt modelId="{0F27FB92-8302-4AD5-BEE6-FBD6FF420795}" type="pres">
      <dgm:prSet presAssocID="{A5DB40F4-6F01-4548-B7F0-321C79515601}" presName="sibTrans" presStyleCnt="0"/>
      <dgm:spPr/>
    </dgm:pt>
    <dgm:pt modelId="{C476BDC2-4F50-47B7-BAAE-1BB67C8489EA}" type="pres">
      <dgm:prSet presAssocID="{F8FF5B1E-FB26-4EA2-8464-A0E6EC3201EA}" presName="compNode" presStyleCnt="0"/>
      <dgm:spPr/>
    </dgm:pt>
    <dgm:pt modelId="{E21BC33C-151A-4374-BEE1-170E2A08C704}" type="pres">
      <dgm:prSet presAssocID="{F8FF5B1E-FB26-4EA2-8464-A0E6EC3201EA}" presName="bgRect" presStyleLbl="bgShp" presStyleIdx="3" presStyleCnt="6"/>
      <dgm:spPr/>
    </dgm:pt>
    <dgm:pt modelId="{AE34EA7A-40F1-4D79-A3C7-753CDE9318E8}" type="pres">
      <dgm:prSet presAssocID="{F8FF5B1E-FB26-4EA2-8464-A0E6EC3201EA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way scene"/>
        </a:ext>
      </dgm:extLst>
    </dgm:pt>
    <dgm:pt modelId="{0898643B-65B9-4A82-8D53-308E8E26266D}" type="pres">
      <dgm:prSet presAssocID="{F8FF5B1E-FB26-4EA2-8464-A0E6EC3201EA}" presName="spaceRect" presStyleCnt="0"/>
      <dgm:spPr/>
    </dgm:pt>
    <dgm:pt modelId="{C8876DC6-F362-47F9-946E-9FB124E68837}" type="pres">
      <dgm:prSet presAssocID="{F8FF5B1E-FB26-4EA2-8464-A0E6EC3201EA}" presName="parTx" presStyleLbl="revTx" presStyleIdx="3" presStyleCnt="6">
        <dgm:presLayoutVars>
          <dgm:chMax val="0"/>
          <dgm:chPref val="0"/>
        </dgm:presLayoutVars>
      </dgm:prSet>
      <dgm:spPr/>
    </dgm:pt>
    <dgm:pt modelId="{C25C5ECD-FC0B-4C75-A0EF-95DC82BF754C}" type="pres">
      <dgm:prSet presAssocID="{54CA2110-DEB5-4C43-80CF-BD74FE829C9E}" presName="sibTrans" presStyleCnt="0"/>
      <dgm:spPr/>
    </dgm:pt>
    <dgm:pt modelId="{182CB064-6A78-46B5-97FC-94E91720314E}" type="pres">
      <dgm:prSet presAssocID="{4A6E5B87-F3B8-4BD0-971D-4539AE70CEF4}" presName="compNode" presStyleCnt="0"/>
      <dgm:spPr/>
    </dgm:pt>
    <dgm:pt modelId="{D02FE244-5BFA-4FBC-A1CA-807E2C80830C}" type="pres">
      <dgm:prSet presAssocID="{4A6E5B87-F3B8-4BD0-971D-4539AE70CEF4}" presName="bgRect" presStyleLbl="bgShp" presStyleIdx="4" presStyleCnt="6"/>
      <dgm:spPr/>
    </dgm:pt>
    <dgm:pt modelId="{DD3E1B61-71BA-46A8-B9ED-75F83DE2607C}" type="pres">
      <dgm:prSet presAssocID="{4A6E5B87-F3B8-4BD0-971D-4539AE70CEF4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074AF87-9107-4B03-9CA4-79C7519A64AA}" type="pres">
      <dgm:prSet presAssocID="{4A6E5B87-F3B8-4BD0-971D-4539AE70CEF4}" presName="spaceRect" presStyleCnt="0"/>
      <dgm:spPr/>
    </dgm:pt>
    <dgm:pt modelId="{BBA5E0B2-55AB-4F70-9273-9227481A4D94}" type="pres">
      <dgm:prSet presAssocID="{4A6E5B87-F3B8-4BD0-971D-4539AE70CEF4}" presName="parTx" presStyleLbl="revTx" presStyleIdx="4" presStyleCnt="6">
        <dgm:presLayoutVars>
          <dgm:chMax val="0"/>
          <dgm:chPref val="0"/>
        </dgm:presLayoutVars>
      </dgm:prSet>
      <dgm:spPr/>
    </dgm:pt>
    <dgm:pt modelId="{E347D96F-ACF8-4AC1-9D80-860439D8EEDC}" type="pres">
      <dgm:prSet presAssocID="{4D50A4B2-4079-476B-AC5A-563704AB70BC}" presName="sibTrans" presStyleCnt="0"/>
      <dgm:spPr/>
    </dgm:pt>
    <dgm:pt modelId="{05FB18CD-A4D9-4D70-8D9E-8D6F27DC7D86}" type="pres">
      <dgm:prSet presAssocID="{E9581DD2-5ABA-4FBF-9E59-24231D3F24FA}" presName="compNode" presStyleCnt="0"/>
      <dgm:spPr/>
    </dgm:pt>
    <dgm:pt modelId="{F8FE3322-4C2D-48B2-8404-625109A473BF}" type="pres">
      <dgm:prSet presAssocID="{E9581DD2-5ABA-4FBF-9E59-24231D3F24FA}" presName="bgRect" presStyleLbl="bgShp" presStyleIdx="5" presStyleCnt="6"/>
      <dgm:spPr/>
    </dgm:pt>
    <dgm:pt modelId="{2D9F73DE-BC04-4BD2-ACDE-074D998DDFBB}" type="pres">
      <dgm:prSet presAssocID="{E9581DD2-5ABA-4FBF-9E59-24231D3F24FA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504E176-D14B-4576-ABA7-81FC8ED74AE3}" type="pres">
      <dgm:prSet presAssocID="{E9581DD2-5ABA-4FBF-9E59-24231D3F24FA}" presName="spaceRect" presStyleCnt="0"/>
      <dgm:spPr/>
    </dgm:pt>
    <dgm:pt modelId="{1FDD345E-AF56-4959-9D37-435933AE6CE8}" type="pres">
      <dgm:prSet presAssocID="{E9581DD2-5ABA-4FBF-9E59-24231D3F24F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3AF0703-6456-45F8-B0D2-9F666F17F4FB}" type="presOf" srcId="{A6BFE1BB-6EAE-452A-A911-DB65CD935E1F}" destId="{E5EE8752-7356-4B6F-9F03-AA3A53FECEDA}" srcOrd="0" destOrd="0" presId="urn:microsoft.com/office/officeart/2018/2/layout/IconVerticalSolidList"/>
    <dgm:cxn modelId="{D8AB5306-670B-4427-AC5A-8C76C6E962D5}" type="presOf" srcId="{F8FF5B1E-FB26-4EA2-8464-A0E6EC3201EA}" destId="{C8876DC6-F362-47F9-946E-9FB124E68837}" srcOrd="0" destOrd="0" presId="urn:microsoft.com/office/officeart/2018/2/layout/IconVerticalSolidList"/>
    <dgm:cxn modelId="{4748AC07-E5A5-44CD-B04A-DD43031FB099}" type="presOf" srcId="{1E40664A-5286-439E-9D5F-74AD1500F6EA}" destId="{03BE9490-4878-403A-BC17-228A6EDC9853}" srcOrd="0" destOrd="0" presId="urn:microsoft.com/office/officeart/2018/2/layout/IconVerticalSolidList"/>
    <dgm:cxn modelId="{DC8CE90B-C674-416A-BBB4-48B1C47564DA}" type="presOf" srcId="{E9581DD2-5ABA-4FBF-9E59-24231D3F24FA}" destId="{1FDD345E-AF56-4959-9D37-435933AE6CE8}" srcOrd="0" destOrd="0" presId="urn:microsoft.com/office/officeart/2018/2/layout/IconVerticalSolidList"/>
    <dgm:cxn modelId="{EF6A8027-FCF1-4CD8-8647-DC921D42F193}" srcId="{A6BFE1BB-6EAE-452A-A911-DB65CD935E1F}" destId="{4A6E5B87-F3B8-4BD0-971D-4539AE70CEF4}" srcOrd="4" destOrd="0" parTransId="{6BBF645C-3051-4EB7-AD8C-4B4BF6AF7EDC}" sibTransId="{4D50A4B2-4079-476B-AC5A-563704AB70BC}"/>
    <dgm:cxn modelId="{248EB236-B2AD-420C-BC23-4235D8AB536F}" type="presOf" srcId="{B4062990-AC16-480B-9F57-17D29F2DE0C7}" destId="{5259B98A-813F-47BE-94BF-1BE2A795DDCB}" srcOrd="0" destOrd="0" presId="urn:microsoft.com/office/officeart/2018/2/layout/IconVerticalSolidList"/>
    <dgm:cxn modelId="{FB82F042-7749-4E5E-A5AD-C1A3145A1801}" srcId="{A6BFE1BB-6EAE-452A-A911-DB65CD935E1F}" destId="{E9581DD2-5ABA-4FBF-9E59-24231D3F24FA}" srcOrd="5" destOrd="0" parTransId="{E3AC65BA-5A28-4F8E-A65C-C45AC102B0C1}" sibTransId="{A1980EE9-BF80-46DC-97CC-4F270BFB8A49}"/>
    <dgm:cxn modelId="{C406074F-A73C-413E-8BD9-BD113C30EC5B}" srcId="{A6BFE1BB-6EAE-452A-A911-DB65CD935E1F}" destId="{B4062990-AC16-480B-9F57-17D29F2DE0C7}" srcOrd="1" destOrd="0" parTransId="{0CD55C02-4A85-4D6A-8774-BB90E0712C81}" sibTransId="{ABFD4D99-2EC7-448A-9A01-0C5683A5A7F6}"/>
    <dgm:cxn modelId="{2CB6DCB0-DA52-4872-AC10-499C7CDD5562}" type="presOf" srcId="{4A6E5B87-F3B8-4BD0-971D-4539AE70CEF4}" destId="{BBA5E0B2-55AB-4F70-9273-9227481A4D94}" srcOrd="0" destOrd="0" presId="urn:microsoft.com/office/officeart/2018/2/layout/IconVerticalSolidList"/>
    <dgm:cxn modelId="{FE823CC3-065C-4A45-A300-F050437CD962}" type="presOf" srcId="{E76BF7DE-7888-4E21-B123-69056373F6DE}" destId="{1DFD30C5-3207-43C4-A7CD-204039D51206}" srcOrd="0" destOrd="0" presId="urn:microsoft.com/office/officeart/2018/2/layout/IconVerticalSolidList"/>
    <dgm:cxn modelId="{DD487CD8-26BA-4054-9C44-CF1231141B26}" srcId="{A6BFE1BB-6EAE-452A-A911-DB65CD935E1F}" destId="{F8FF5B1E-FB26-4EA2-8464-A0E6EC3201EA}" srcOrd="3" destOrd="0" parTransId="{627272A5-17B9-450B-B852-522BBDF68B9D}" sibTransId="{54CA2110-DEB5-4C43-80CF-BD74FE829C9E}"/>
    <dgm:cxn modelId="{37091EE7-2B10-4D6A-8FBA-81EEEF9B24F1}" srcId="{A6BFE1BB-6EAE-452A-A911-DB65CD935E1F}" destId="{1E40664A-5286-439E-9D5F-74AD1500F6EA}" srcOrd="0" destOrd="0" parTransId="{AA94895C-B264-459E-9AE3-9453499B7AB3}" sibTransId="{E2E0F6F3-49CD-4E05-997D-CC8460AAD826}"/>
    <dgm:cxn modelId="{392806EA-1E9F-4F03-8074-DFAA22D43DCF}" srcId="{A6BFE1BB-6EAE-452A-A911-DB65CD935E1F}" destId="{E76BF7DE-7888-4E21-B123-69056373F6DE}" srcOrd="2" destOrd="0" parTransId="{2EC6B233-27BC-4D24-8C41-6F81EB3ACFAB}" sibTransId="{A5DB40F4-6F01-4548-B7F0-321C79515601}"/>
    <dgm:cxn modelId="{88C2987B-A36A-484D-B7DD-1F50B32D5628}" type="presParOf" srcId="{E5EE8752-7356-4B6F-9F03-AA3A53FECEDA}" destId="{9FB3F170-38CF-4663-B2A4-65817DA4FC0D}" srcOrd="0" destOrd="0" presId="urn:microsoft.com/office/officeart/2018/2/layout/IconVerticalSolidList"/>
    <dgm:cxn modelId="{FCF050FE-7401-49C2-B1E7-5DD8D94BCB13}" type="presParOf" srcId="{9FB3F170-38CF-4663-B2A4-65817DA4FC0D}" destId="{5DC52A8B-723F-4E54-B3EB-C43DEB63B09C}" srcOrd="0" destOrd="0" presId="urn:microsoft.com/office/officeart/2018/2/layout/IconVerticalSolidList"/>
    <dgm:cxn modelId="{D5322A75-4DEE-4166-900C-850CE58BECDF}" type="presParOf" srcId="{9FB3F170-38CF-4663-B2A4-65817DA4FC0D}" destId="{A9A19E26-0039-432F-A084-785306626BAD}" srcOrd="1" destOrd="0" presId="urn:microsoft.com/office/officeart/2018/2/layout/IconVerticalSolidList"/>
    <dgm:cxn modelId="{F58FAFDC-F193-42CD-8553-B9D64C62984C}" type="presParOf" srcId="{9FB3F170-38CF-4663-B2A4-65817DA4FC0D}" destId="{7483C0BB-6622-4161-AE4A-B28DC5065D78}" srcOrd="2" destOrd="0" presId="urn:microsoft.com/office/officeart/2018/2/layout/IconVerticalSolidList"/>
    <dgm:cxn modelId="{C7C6312F-EBDF-45D1-A957-46DCCB07B8DD}" type="presParOf" srcId="{9FB3F170-38CF-4663-B2A4-65817DA4FC0D}" destId="{03BE9490-4878-403A-BC17-228A6EDC9853}" srcOrd="3" destOrd="0" presId="urn:microsoft.com/office/officeart/2018/2/layout/IconVerticalSolidList"/>
    <dgm:cxn modelId="{71C90C84-E880-479D-82BF-6E6BF236A410}" type="presParOf" srcId="{E5EE8752-7356-4B6F-9F03-AA3A53FECEDA}" destId="{D95BA104-752A-45AA-8321-EC1FC71752AE}" srcOrd="1" destOrd="0" presId="urn:microsoft.com/office/officeart/2018/2/layout/IconVerticalSolidList"/>
    <dgm:cxn modelId="{57F53C78-D8F4-4EFF-B4ED-D02A52FB8D68}" type="presParOf" srcId="{E5EE8752-7356-4B6F-9F03-AA3A53FECEDA}" destId="{04DB5780-523A-4AAC-9D64-BD1864E79999}" srcOrd="2" destOrd="0" presId="urn:microsoft.com/office/officeart/2018/2/layout/IconVerticalSolidList"/>
    <dgm:cxn modelId="{C3FE44CC-7E83-461D-960D-7759637D5100}" type="presParOf" srcId="{04DB5780-523A-4AAC-9D64-BD1864E79999}" destId="{E9A9A33E-8DBF-484C-8058-D88F6DE050E4}" srcOrd="0" destOrd="0" presId="urn:microsoft.com/office/officeart/2018/2/layout/IconVerticalSolidList"/>
    <dgm:cxn modelId="{8ED8B913-33C2-4B0B-8A27-5F8C221B5C6C}" type="presParOf" srcId="{04DB5780-523A-4AAC-9D64-BD1864E79999}" destId="{E377A953-F934-4495-A807-CEC800D70C7B}" srcOrd="1" destOrd="0" presId="urn:microsoft.com/office/officeart/2018/2/layout/IconVerticalSolidList"/>
    <dgm:cxn modelId="{68F749BE-5995-43C0-8D26-653F9266CF71}" type="presParOf" srcId="{04DB5780-523A-4AAC-9D64-BD1864E79999}" destId="{35D1B670-DA9D-410D-9ACA-207AF55AB27C}" srcOrd="2" destOrd="0" presId="urn:microsoft.com/office/officeart/2018/2/layout/IconVerticalSolidList"/>
    <dgm:cxn modelId="{E8654FC2-541F-4A0C-8687-29BA90AFF1DB}" type="presParOf" srcId="{04DB5780-523A-4AAC-9D64-BD1864E79999}" destId="{5259B98A-813F-47BE-94BF-1BE2A795DDCB}" srcOrd="3" destOrd="0" presId="urn:microsoft.com/office/officeart/2018/2/layout/IconVerticalSolidList"/>
    <dgm:cxn modelId="{D4E5505B-26EE-4C83-9821-725E398CB23F}" type="presParOf" srcId="{E5EE8752-7356-4B6F-9F03-AA3A53FECEDA}" destId="{6B6B24AC-D096-4DEE-AA6F-89E6A3DF06E9}" srcOrd="3" destOrd="0" presId="urn:microsoft.com/office/officeart/2018/2/layout/IconVerticalSolidList"/>
    <dgm:cxn modelId="{71A195E6-38B0-4F0B-9962-EBF2D9FDD76F}" type="presParOf" srcId="{E5EE8752-7356-4B6F-9F03-AA3A53FECEDA}" destId="{7C213D97-F241-4D80-B66F-D2C22700B28B}" srcOrd="4" destOrd="0" presId="urn:microsoft.com/office/officeart/2018/2/layout/IconVerticalSolidList"/>
    <dgm:cxn modelId="{1E9084C7-DCDC-400E-9F91-0061931EDD3E}" type="presParOf" srcId="{7C213D97-F241-4D80-B66F-D2C22700B28B}" destId="{988E6E56-2C8A-4C61-8545-A2D9E4B215C8}" srcOrd="0" destOrd="0" presId="urn:microsoft.com/office/officeart/2018/2/layout/IconVerticalSolidList"/>
    <dgm:cxn modelId="{5EBC222E-7A04-485E-BED6-E8ED5CA6607F}" type="presParOf" srcId="{7C213D97-F241-4D80-B66F-D2C22700B28B}" destId="{7FA3D9D2-9F4A-4A16-9CEE-98A777AB3412}" srcOrd="1" destOrd="0" presId="urn:microsoft.com/office/officeart/2018/2/layout/IconVerticalSolidList"/>
    <dgm:cxn modelId="{BB97DFCF-729F-4883-A350-8A08CBBCA775}" type="presParOf" srcId="{7C213D97-F241-4D80-B66F-D2C22700B28B}" destId="{269195C7-7EA7-44B0-93F3-66C7C1A37D95}" srcOrd="2" destOrd="0" presId="urn:microsoft.com/office/officeart/2018/2/layout/IconVerticalSolidList"/>
    <dgm:cxn modelId="{CFD90788-CD30-48A0-A97F-D28E2A6677C5}" type="presParOf" srcId="{7C213D97-F241-4D80-B66F-D2C22700B28B}" destId="{1DFD30C5-3207-43C4-A7CD-204039D51206}" srcOrd="3" destOrd="0" presId="urn:microsoft.com/office/officeart/2018/2/layout/IconVerticalSolidList"/>
    <dgm:cxn modelId="{9D767344-A29E-4312-B534-FBBF3767437A}" type="presParOf" srcId="{E5EE8752-7356-4B6F-9F03-AA3A53FECEDA}" destId="{0F27FB92-8302-4AD5-BEE6-FBD6FF420795}" srcOrd="5" destOrd="0" presId="urn:microsoft.com/office/officeart/2018/2/layout/IconVerticalSolidList"/>
    <dgm:cxn modelId="{DC4F0024-4E88-49F9-8AE4-48626F72F099}" type="presParOf" srcId="{E5EE8752-7356-4B6F-9F03-AA3A53FECEDA}" destId="{C476BDC2-4F50-47B7-BAAE-1BB67C8489EA}" srcOrd="6" destOrd="0" presId="urn:microsoft.com/office/officeart/2018/2/layout/IconVerticalSolidList"/>
    <dgm:cxn modelId="{6BF991C4-59C9-431E-BB98-F4D982916DBF}" type="presParOf" srcId="{C476BDC2-4F50-47B7-BAAE-1BB67C8489EA}" destId="{E21BC33C-151A-4374-BEE1-170E2A08C704}" srcOrd="0" destOrd="0" presId="urn:microsoft.com/office/officeart/2018/2/layout/IconVerticalSolidList"/>
    <dgm:cxn modelId="{BF403262-F9A4-40A0-BA3E-FBA7D048203E}" type="presParOf" srcId="{C476BDC2-4F50-47B7-BAAE-1BB67C8489EA}" destId="{AE34EA7A-40F1-4D79-A3C7-753CDE9318E8}" srcOrd="1" destOrd="0" presId="urn:microsoft.com/office/officeart/2018/2/layout/IconVerticalSolidList"/>
    <dgm:cxn modelId="{840DDE3C-8457-45A9-AB94-AEF2E5FA2D40}" type="presParOf" srcId="{C476BDC2-4F50-47B7-BAAE-1BB67C8489EA}" destId="{0898643B-65B9-4A82-8D53-308E8E26266D}" srcOrd="2" destOrd="0" presId="urn:microsoft.com/office/officeart/2018/2/layout/IconVerticalSolidList"/>
    <dgm:cxn modelId="{ED8D4D61-1EDD-4404-8E85-F1C546F43939}" type="presParOf" srcId="{C476BDC2-4F50-47B7-BAAE-1BB67C8489EA}" destId="{C8876DC6-F362-47F9-946E-9FB124E68837}" srcOrd="3" destOrd="0" presId="urn:microsoft.com/office/officeart/2018/2/layout/IconVerticalSolidList"/>
    <dgm:cxn modelId="{5533A42F-1070-43CA-95F3-F014CC763BE7}" type="presParOf" srcId="{E5EE8752-7356-4B6F-9F03-AA3A53FECEDA}" destId="{C25C5ECD-FC0B-4C75-A0EF-95DC82BF754C}" srcOrd="7" destOrd="0" presId="urn:microsoft.com/office/officeart/2018/2/layout/IconVerticalSolidList"/>
    <dgm:cxn modelId="{B27D1F2E-B092-4D5A-BC57-3628A297264F}" type="presParOf" srcId="{E5EE8752-7356-4B6F-9F03-AA3A53FECEDA}" destId="{182CB064-6A78-46B5-97FC-94E91720314E}" srcOrd="8" destOrd="0" presId="urn:microsoft.com/office/officeart/2018/2/layout/IconVerticalSolidList"/>
    <dgm:cxn modelId="{00322005-137A-4621-9969-D8384DE3AC41}" type="presParOf" srcId="{182CB064-6A78-46B5-97FC-94E91720314E}" destId="{D02FE244-5BFA-4FBC-A1CA-807E2C80830C}" srcOrd="0" destOrd="0" presId="urn:microsoft.com/office/officeart/2018/2/layout/IconVerticalSolidList"/>
    <dgm:cxn modelId="{F0B70B15-8FD1-41CB-8B4A-22ACF9BA8F06}" type="presParOf" srcId="{182CB064-6A78-46B5-97FC-94E91720314E}" destId="{DD3E1B61-71BA-46A8-B9ED-75F83DE2607C}" srcOrd="1" destOrd="0" presId="urn:microsoft.com/office/officeart/2018/2/layout/IconVerticalSolidList"/>
    <dgm:cxn modelId="{16717F57-D432-40FD-92E3-8286320489FA}" type="presParOf" srcId="{182CB064-6A78-46B5-97FC-94E91720314E}" destId="{0074AF87-9107-4B03-9CA4-79C7519A64AA}" srcOrd="2" destOrd="0" presId="urn:microsoft.com/office/officeart/2018/2/layout/IconVerticalSolidList"/>
    <dgm:cxn modelId="{DE1AA853-F6FC-4A97-A3A1-884526BC3950}" type="presParOf" srcId="{182CB064-6A78-46B5-97FC-94E91720314E}" destId="{BBA5E0B2-55AB-4F70-9273-9227481A4D94}" srcOrd="3" destOrd="0" presId="urn:microsoft.com/office/officeart/2018/2/layout/IconVerticalSolidList"/>
    <dgm:cxn modelId="{CF89FE76-6B21-4488-AEFA-299A87B6704A}" type="presParOf" srcId="{E5EE8752-7356-4B6F-9F03-AA3A53FECEDA}" destId="{E347D96F-ACF8-4AC1-9D80-860439D8EEDC}" srcOrd="9" destOrd="0" presId="urn:microsoft.com/office/officeart/2018/2/layout/IconVerticalSolidList"/>
    <dgm:cxn modelId="{A34AB174-415F-454B-9D73-254A55D3A9C1}" type="presParOf" srcId="{E5EE8752-7356-4B6F-9F03-AA3A53FECEDA}" destId="{05FB18CD-A4D9-4D70-8D9E-8D6F27DC7D86}" srcOrd="10" destOrd="0" presId="urn:microsoft.com/office/officeart/2018/2/layout/IconVerticalSolidList"/>
    <dgm:cxn modelId="{4D42F017-FD17-4B16-A061-09054B9D681B}" type="presParOf" srcId="{05FB18CD-A4D9-4D70-8D9E-8D6F27DC7D86}" destId="{F8FE3322-4C2D-48B2-8404-625109A473BF}" srcOrd="0" destOrd="0" presId="urn:microsoft.com/office/officeart/2018/2/layout/IconVerticalSolidList"/>
    <dgm:cxn modelId="{29DAAA56-B1CE-4D5A-85EF-CA040FD8695A}" type="presParOf" srcId="{05FB18CD-A4D9-4D70-8D9E-8D6F27DC7D86}" destId="{2D9F73DE-BC04-4BD2-ACDE-074D998DDFBB}" srcOrd="1" destOrd="0" presId="urn:microsoft.com/office/officeart/2018/2/layout/IconVerticalSolidList"/>
    <dgm:cxn modelId="{EEA5A978-7426-4394-A9BE-EB2D1C25C4D3}" type="presParOf" srcId="{05FB18CD-A4D9-4D70-8D9E-8D6F27DC7D86}" destId="{0504E176-D14B-4576-ABA7-81FC8ED74AE3}" srcOrd="2" destOrd="0" presId="urn:microsoft.com/office/officeart/2018/2/layout/IconVerticalSolidList"/>
    <dgm:cxn modelId="{250428E5-E4ED-4904-A838-6BF58B9ADDCF}" type="presParOf" srcId="{05FB18CD-A4D9-4D70-8D9E-8D6F27DC7D86}" destId="{1FDD345E-AF56-4959-9D37-435933AE6C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AC7700F-781F-4ED7-BE2A-3A678D6B526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E431C6-30C0-4BF5-BC9D-0F27F61FB760}">
      <dgm:prSet/>
      <dgm:spPr/>
      <dgm:t>
        <a:bodyPr/>
        <a:lstStyle/>
        <a:p>
          <a:r>
            <a:rPr lang="en-US"/>
            <a:t>Why Personalization Is Non-Negotiable </a:t>
          </a:r>
        </a:p>
      </dgm:t>
    </dgm:pt>
    <dgm:pt modelId="{AE973B8D-323B-4DE7-9B50-B0F4DCFEF35F}" type="parTrans" cxnId="{4BC8688D-B0E8-46C4-B7F0-D06C4E66685F}">
      <dgm:prSet/>
      <dgm:spPr/>
      <dgm:t>
        <a:bodyPr/>
        <a:lstStyle/>
        <a:p>
          <a:endParaRPr lang="en-US"/>
        </a:p>
      </dgm:t>
    </dgm:pt>
    <dgm:pt modelId="{FCB3D3F2-1CBB-46F2-B703-37A961ADFC84}" type="sibTrans" cxnId="{4BC8688D-B0E8-46C4-B7F0-D06C4E66685F}">
      <dgm:prSet/>
      <dgm:spPr/>
      <dgm:t>
        <a:bodyPr/>
        <a:lstStyle/>
        <a:p>
          <a:endParaRPr lang="en-US"/>
        </a:p>
      </dgm:t>
    </dgm:pt>
    <dgm:pt modelId="{00E5881F-D94C-449D-AEEC-1B36B6199579}">
      <dgm:prSet/>
      <dgm:spPr/>
      <dgm:t>
        <a:bodyPr/>
        <a:lstStyle/>
        <a:p>
          <a:r>
            <a:rPr lang="en-US"/>
            <a:t>Long-term fitness success requires individualisation and adaptation. A plan that ignores who you are won’t last.</a:t>
          </a:r>
        </a:p>
      </dgm:t>
    </dgm:pt>
    <dgm:pt modelId="{1374EE71-1F3F-422C-9F8E-D5CE15C45D65}" type="parTrans" cxnId="{39706E85-9B12-4D1F-885E-BB4296573F9F}">
      <dgm:prSet/>
      <dgm:spPr/>
      <dgm:t>
        <a:bodyPr/>
        <a:lstStyle/>
        <a:p>
          <a:endParaRPr lang="en-US"/>
        </a:p>
      </dgm:t>
    </dgm:pt>
    <dgm:pt modelId="{A38BCD2B-BE7B-4AB1-A44D-7D4EB83728F2}" type="sibTrans" cxnId="{39706E85-9B12-4D1F-885E-BB4296573F9F}">
      <dgm:prSet/>
      <dgm:spPr/>
      <dgm:t>
        <a:bodyPr/>
        <a:lstStyle/>
        <a:p>
          <a:endParaRPr lang="en-US"/>
        </a:p>
      </dgm:t>
    </dgm:pt>
    <dgm:pt modelId="{3F4F106E-92F5-4F63-80D8-5FF0BB9FEA36}">
      <dgm:prSet/>
      <dgm:spPr/>
      <dgm:t>
        <a:bodyPr/>
        <a:lstStyle/>
        <a:p>
          <a:r>
            <a:rPr lang="en-US"/>
            <a:t>FitBuddy tailors every workout by level and goal.</a:t>
          </a:r>
        </a:p>
      </dgm:t>
    </dgm:pt>
    <dgm:pt modelId="{9D6BAAA7-DD5D-441E-A1B3-F3083736CC4B}" type="parTrans" cxnId="{4AF37881-DA95-4B81-B6CE-13F9D315CFA7}">
      <dgm:prSet/>
      <dgm:spPr/>
      <dgm:t>
        <a:bodyPr/>
        <a:lstStyle/>
        <a:p>
          <a:endParaRPr lang="en-US"/>
        </a:p>
      </dgm:t>
    </dgm:pt>
    <dgm:pt modelId="{2E82455A-720C-4A0C-ABBB-65C72CB4D186}" type="sibTrans" cxnId="{4AF37881-DA95-4B81-B6CE-13F9D315CFA7}">
      <dgm:prSet/>
      <dgm:spPr/>
      <dgm:t>
        <a:bodyPr/>
        <a:lstStyle/>
        <a:p>
          <a:endParaRPr lang="en-US"/>
        </a:p>
      </dgm:t>
    </dgm:pt>
    <dgm:pt modelId="{7DE22CAD-795F-8547-BC09-E68F9969AC20}" type="pres">
      <dgm:prSet presAssocID="{DAC7700F-781F-4ED7-BE2A-3A678D6B526E}" presName="linear" presStyleCnt="0">
        <dgm:presLayoutVars>
          <dgm:animLvl val="lvl"/>
          <dgm:resizeHandles val="exact"/>
        </dgm:presLayoutVars>
      </dgm:prSet>
      <dgm:spPr/>
    </dgm:pt>
    <dgm:pt modelId="{454ED26E-76F6-C049-87B3-ABA7C5919CEE}" type="pres">
      <dgm:prSet presAssocID="{95E431C6-30C0-4BF5-BC9D-0F27F61FB76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BDBC836-682B-6344-83B6-35CAB85671A8}" type="pres">
      <dgm:prSet presAssocID="{FCB3D3F2-1CBB-46F2-B703-37A961ADFC84}" presName="spacer" presStyleCnt="0"/>
      <dgm:spPr/>
    </dgm:pt>
    <dgm:pt modelId="{40968002-515A-8A47-B56D-0EEE19D3529C}" type="pres">
      <dgm:prSet presAssocID="{00E5881F-D94C-449D-AEEC-1B36B619957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43EB3B0-1471-C44E-AB5E-87AE99C56EFD}" type="pres">
      <dgm:prSet presAssocID="{A38BCD2B-BE7B-4AB1-A44D-7D4EB83728F2}" presName="spacer" presStyleCnt="0"/>
      <dgm:spPr/>
    </dgm:pt>
    <dgm:pt modelId="{1BA86D7D-B808-A64A-9CAC-A49F4C1E8CC1}" type="pres">
      <dgm:prSet presAssocID="{3F4F106E-92F5-4F63-80D8-5FF0BB9FEA3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9DB2F15-D130-554D-91A5-E9295B91385A}" type="presOf" srcId="{DAC7700F-781F-4ED7-BE2A-3A678D6B526E}" destId="{7DE22CAD-795F-8547-BC09-E68F9969AC20}" srcOrd="0" destOrd="0" presId="urn:microsoft.com/office/officeart/2005/8/layout/vList2"/>
    <dgm:cxn modelId="{38D45A1F-BF5F-1B46-88E9-26DC93741163}" type="presOf" srcId="{00E5881F-D94C-449D-AEEC-1B36B6199579}" destId="{40968002-515A-8A47-B56D-0EEE19D3529C}" srcOrd="0" destOrd="0" presId="urn:microsoft.com/office/officeart/2005/8/layout/vList2"/>
    <dgm:cxn modelId="{EE6A594A-6608-024F-9F53-54D9F5EC33A8}" type="presOf" srcId="{95E431C6-30C0-4BF5-BC9D-0F27F61FB760}" destId="{454ED26E-76F6-C049-87B3-ABA7C5919CEE}" srcOrd="0" destOrd="0" presId="urn:microsoft.com/office/officeart/2005/8/layout/vList2"/>
    <dgm:cxn modelId="{7D89934E-904A-F646-AACA-E811B1503065}" type="presOf" srcId="{3F4F106E-92F5-4F63-80D8-5FF0BB9FEA36}" destId="{1BA86D7D-B808-A64A-9CAC-A49F4C1E8CC1}" srcOrd="0" destOrd="0" presId="urn:microsoft.com/office/officeart/2005/8/layout/vList2"/>
    <dgm:cxn modelId="{4AF37881-DA95-4B81-B6CE-13F9D315CFA7}" srcId="{DAC7700F-781F-4ED7-BE2A-3A678D6B526E}" destId="{3F4F106E-92F5-4F63-80D8-5FF0BB9FEA36}" srcOrd="2" destOrd="0" parTransId="{9D6BAAA7-DD5D-441E-A1B3-F3083736CC4B}" sibTransId="{2E82455A-720C-4A0C-ABBB-65C72CB4D186}"/>
    <dgm:cxn modelId="{39706E85-9B12-4D1F-885E-BB4296573F9F}" srcId="{DAC7700F-781F-4ED7-BE2A-3A678D6B526E}" destId="{00E5881F-D94C-449D-AEEC-1B36B6199579}" srcOrd="1" destOrd="0" parTransId="{1374EE71-1F3F-422C-9F8E-D5CE15C45D65}" sibTransId="{A38BCD2B-BE7B-4AB1-A44D-7D4EB83728F2}"/>
    <dgm:cxn modelId="{4BC8688D-B0E8-46C4-B7F0-D06C4E66685F}" srcId="{DAC7700F-781F-4ED7-BE2A-3A678D6B526E}" destId="{95E431C6-30C0-4BF5-BC9D-0F27F61FB760}" srcOrd="0" destOrd="0" parTransId="{AE973B8D-323B-4DE7-9B50-B0F4DCFEF35F}" sibTransId="{FCB3D3F2-1CBB-46F2-B703-37A961ADFC84}"/>
    <dgm:cxn modelId="{0F784496-ADDC-CB4D-8F23-97272F2A5E34}" type="presParOf" srcId="{7DE22CAD-795F-8547-BC09-E68F9969AC20}" destId="{454ED26E-76F6-C049-87B3-ABA7C5919CEE}" srcOrd="0" destOrd="0" presId="urn:microsoft.com/office/officeart/2005/8/layout/vList2"/>
    <dgm:cxn modelId="{42FD37FE-A7F9-B34F-8F80-3AE3AC102C8B}" type="presParOf" srcId="{7DE22CAD-795F-8547-BC09-E68F9969AC20}" destId="{4BDBC836-682B-6344-83B6-35CAB85671A8}" srcOrd="1" destOrd="0" presId="urn:microsoft.com/office/officeart/2005/8/layout/vList2"/>
    <dgm:cxn modelId="{E5A3888A-FB92-9943-BBE3-94E19B10AA6A}" type="presParOf" srcId="{7DE22CAD-795F-8547-BC09-E68F9969AC20}" destId="{40968002-515A-8A47-B56D-0EEE19D3529C}" srcOrd="2" destOrd="0" presId="urn:microsoft.com/office/officeart/2005/8/layout/vList2"/>
    <dgm:cxn modelId="{3955950E-D5DF-2D42-B7C6-F37FFC1346CA}" type="presParOf" srcId="{7DE22CAD-795F-8547-BC09-E68F9969AC20}" destId="{543EB3B0-1471-C44E-AB5E-87AE99C56EFD}" srcOrd="3" destOrd="0" presId="urn:microsoft.com/office/officeart/2005/8/layout/vList2"/>
    <dgm:cxn modelId="{014F3854-3D2A-1A4B-B6D8-F4106841918A}" type="presParOf" srcId="{7DE22CAD-795F-8547-BC09-E68F9969AC20}" destId="{1BA86D7D-B808-A64A-9CAC-A49F4C1E8CC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61269FB-53E7-444F-9D60-E90779F7DF9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2F0D19-FBA9-4139-9EAC-5941A9CB5305}">
      <dgm:prSet/>
      <dgm:spPr/>
      <dgm:t>
        <a:bodyPr/>
        <a:lstStyle/>
        <a:p>
          <a:r>
            <a:rPr lang="en-US"/>
            <a:t>Your Plan Isn’t Static:   It evolves with your goals and progress.</a:t>
          </a:r>
        </a:p>
      </dgm:t>
    </dgm:pt>
    <dgm:pt modelId="{4F4DB6E3-EFBE-4714-AC6A-B982266C28C7}" type="parTrans" cxnId="{372F3ECA-1162-409E-B2BE-8E86EEB48302}">
      <dgm:prSet/>
      <dgm:spPr/>
      <dgm:t>
        <a:bodyPr/>
        <a:lstStyle/>
        <a:p>
          <a:endParaRPr lang="en-US"/>
        </a:p>
      </dgm:t>
    </dgm:pt>
    <dgm:pt modelId="{76485B94-5052-4D5D-AA3F-C47D2D4842EC}" type="sibTrans" cxnId="{372F3ECA-1162-409E-B2BE-8E86EEB48302}">
      <dgm:prSet/>
      <dgm:spPr/>
      <dgm:t>
        <a:bodyPr/>
        <a:lstStyle/>
        <a:p>
          <a:endParaRPr lang="en-US"/>
        </a:p>
      </dgm:t>
    </dgm:pt>
    <dgm:pt modelId="{06E84279-90B9-49E5-BA16-F598EA35C758}">
      <dgm:prSet/>
      <dgm:spPr/>
      <dgm:t>
        <a:bodyPr/>
        <a:lstStyle/>
        <a:p>
          <a:r>
            <a:rPr lang="en-US"/>
            <a:t>Start Today, Evolve Tomorrow:  Begin Where you are. FitBuddy Adapts from there.</a:t>
          </a:r>
        </a:p>
      </dgm:t>
    </dgm:pt>
    <dgm:pt modelId="{57C86981-11CF-46D1-BCB4-78FEE6C95F18}" type="parTrans" cxnId="{BD261C3E-995D-4FAE-A1D0-CF873CEFEAC6}">
      <dgm:prSet/>
      <dgm:spPr/>
      <dgm:t>
        <a:bodyPr/>
        <a:lstStyle/>
        <a:p>
          <a:endParaRPr lang="en-US"/>
        </a:p>
      </dgm:t>
    </dgm:pt>
    <dgm:pt modelId="{F8506EBE-0E8D-465D-8A8D-F62083C2177E}" type="sibTrans" cxnId="{BD261C3E-995D-4FAE-A1D0-CF873CEFEAC6}">
      <dgm:prSet/>
      <dgm:spPr/>
      <dgm:t>
        <a:bodyPr/>
        <a:lstStyle/>
        <a:p>
          <a:endParaRPr lang="en-US"/>
        </a:p>
      </dgm:t>
    </dgm:pt>
    <dgm:pt modelId="{878E0C5E-63EE-4605-8192-5E66FF40B637}" type="pres">
      <dgm:prSet presAssocID="{061269FB-53E7-444F-9D60-E90779F7DF9A}" presName="root" presStyleCnt="0">
        <dgm:presLayoutVars>
          <dgm:dir/>
          <dgm:resizeHandles val="exact"/>
        </dgm:presLayoutVars>
      </dgm:prSet>
      <dgm:spPr/>
    </dgm:pt>
    <dgm:pt modelId="{F18BFB54-2DC6-4158-B0F9-E2335D377F05}" type="pres">
      <dgm:prSet presAssocID="{8A2F0D19-FBA9-4139-9EAC-5941A9CB5305}" presName="compNode" presStyleCnt="0"/>
      <dgm:spPr/>
    </dgm:pt>
    <dgm:pt modelId="{622B3BDC-B540-461C-A924-181E4124D31D}" type="pres">
      <dgm:prSet presAssocID="{8A2F0D19-FBA9-4139-9EAC-5941A9CB5305}" presName="bgRect" presStyleLbl="bgShp" presStyleIdx="0" presStyleCnt="2"/>
      <dgm:spPr/>
    </dgm:pt>
    <dgm:pt modelId="{ADB8FB2E-7AE3-407A-A056-68B7D8B08E15}" type="pres">
      <dgm:prSet presAssocID="{8A2F0D19-FBA9-4139-9EAC-5941A9CB530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56CD2C66-80A4-4BEA-A897-0F61ED0C806A}" type="pres">
      <dgm:prSet presAssocID="{8A2F0D19-FBA9-4139-9EAC-5941A9CB5305}" presName="spaceRect" presStyleCnt="0"/>
      <dgm:spPr/>
    </dgm:pt>
    <dgm:pt modelId="{5B2D30C4-F16F-4018-AD43-339BA437525B}" type="pres">
      <dgm:prSet presAssocID="{8A2F0D19-FBA9-4139-9EAC-5941A9CB5305}" presName="parTx" presStyleLbl="revTx" presStyleIdx="0" presStyleCnt="2">
        <dgm:presLayoutVars>
          <dgm:chMax val="0"/>
          <dgm:chPref val="0"/>
        </dgm:presLayoutVars>
      </dgm:prSet>
      <dgm:spPr/>
    </dgm:pt>
    <dgm:pt modelId="{DDCCEF29-3508-41AF-B9B0-C5219E3E0EB2}" type="pres">
      <dgm:prSet presAssocID="{76485B94-5052-4D5D-AA3F-C47D2D4842EC}" presName="sibTrans" presStyleCnt="0"/>
      <dgm:spPr/>
    </dgm:pt>
    <dgm:pt modelId="{72045C62-BFDD-44C5-816C-3E6313B818C1}" type="pres">
      <dgm:prSet presAssocID="{06E84279-90B9-49E5-BA16-F598EA35C758}" presName="compNode" presStyleCnt="0"/>
      <dgm:spPr/>
    </dgm:pt>
    <dgm:pt modelId="{75749CF8-28CB-4AD4-A964-815CF8F29F91}" type="pres">
      <dgm:prSet presAssocID="{06E84279-90B9-49E5-BA16-F598EA35C758}" presName="bgRect" presStyleLbl="bgShp" presStyleIdx="1" presStyleCnt="2"/>
      <dgm:spPr/>
    </dgm:pt>
    <dgm:pt modelId="{132239E4-2689-457A-BBDE-4E67CB5ECD96}" type="pres">
      <dgm:prSet presAssocID="{06E84279-90B9-49E5-BA16-F598EA35C75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234B3EF9-A941-4FA5-8F4D-4620D8FB3F4F}" type="pres">
      <dgm:prSet presAssocID="{06E84279-90B9-49E5-BA16-F598EA35C758}" presName="spaceRect" presStyleCnt="0"/>
      <dgm:spPr/>
    </dgm:pt>
    <dgm:pt modelId="{FF6822C7-E396-43E3-9368-E060574B7362}" type="pres">
      <dgm:prSet presAssocID="{06E84279-90B9-49E5-BA16-F598EA35C75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D261C3E-995D-4FAE-A1D0-CF873CEFEAC6}" srcId="{061269FB-53E7-444F-9D60-E90779F7DF9A}" destId="{06E84279-90B9-49E5-BA16-F598EA35C758}" srcOrd="1" destOrd="0" parTransId="{57C86981-11CF-46D1-BCB4-78FEE6C95F18}" sibTransId="{F8506EBE-0E8D-465D-8A8D-F62083C2177E}"/>
    <dgm:cxn modelId="{8E164FB1-C4E4-4DE5-A426-E3F0A87FC47F}" type="presOf" srcId="{061269FB-53E7-444F-9D60-E90779F7DF9A}" destId="{878E0C5E-63EE-4605-8192-5E66FF40B637}" srcOrd="0" destOrd="0" presId="urn:microsoft.com/office/officeart/2018/2/layout/IconVerticalSolidList"/>
    <dgm:cxn modelId="{372F3ECA-1162-409E-B2BE-8E86EEB48302}" srcId="{061269FB-53E7-444F-9D60-E90779F7DF9A}" destId="{8A2F0D19-FBA9-4139-9EAC-5941A9CB5305}" srcOrd="0" destOrd="0" parTransId="{4F4DB6E3-EFBE-4714-AC6A-B982266C28C7}" sibTransId="{76485B94-5052-4D5D-AA3F-C47D2D4842EC}"/>
    <dgm:cxn modelId="{1B063ECF-29FB-4556-B8A3-13A8EE0AEB23}" type="presOf" srcId="{8A2F0D19-FBA9-4139-9EAC-5941A9CB5305}" destId="{5B2D30C4-F16F-4018-AD43-339BA437525B}" srcOrd="0" destOrd="0" presId="urn:microsoft.com/office/officeart/2018/2/layout/IconVerticalSolidList"/>
    <dgm:cxn modelId="{36A6C8D1-9E85-4698-8445-FBA775A4EF8E}" type="presOf" srcId="{06E84279-90B9-49E5-BA16-F598EA35C758}" destId="{FF6822C7-E396-43E3-9368-E060574B7362}" srcOrd="0" destOrd="0" presId="urn:microsoft.com/office/officeart/2018/2/layout/IconVerticalSolidList"/>
    <dgm:cxn modelId="{989E2591-F26B-448C-AE42-AAD13E1B3B80}" type="presParOf" srcId="{878E0C5E-63EE-4605-8192-5E66FF40B637}" destId="{F18BFB54-2DC6-4158-B0F9-E2335D377F05}" srcOrd="0" destOrd="0" presId="urn:microsoft.com/office/officeart/2018/2/layout/IconVerticalSolidList"/>
    <dgm:cxn modelId="{637D93A0-434E-49C4-822E-5068ADCE2C27}" type="presParOf" srcId="{F18BFB54-2DC6-4158-B0F9-E2335D377F05}" destId="{622B3BDC-B540-461C-A924-181E4124D31D}" srcOrd="0" destOrd="0" presId="urn:microsoft.com/office/officeart/2018/2/layout/IconVerticalSolidList"/>
    <dgm:cxn modelId="{8026D0A5-87B8-47AD-8EDA-BD0FBC4DAF5C}" type="presParOf" srcId="{F18BFB54-2DC6-4158-B0F9-E2335D377F05}" destId="{ADB8FB2E-7AE3-407A-A056-68B7D8B08E15}" srcOrd="1" destOrd="0" presId="urn:microsoft.com/office/officeart/2018/2/layout/IconVerticalSolidList"/>
    <dgm:cxn modelId="{51AECC8E-70EC-49FD-B81A-029A33E3F7C0}" type="presParOf" srcId="{F18BFB54-2DC6-4158-B0F9-E2335D377F05}" destId="{56CD2C66-80A4-4BEA-A897-0F61ED0C806A}" srcOrd="2" destOrd="0" presId="urn:microsoft.com/office/officeart/2018/2/layout/IconVerticalSolidList"/>
    <dgm:cxn modelId="{E03246A8-2656-4133-B16A-73B1979A3D4D}" type="presParOf" srcId="{F18BFB54-2DC6-4158-B0F9-E2335D377F05}" destId="{5B2D30C4-F16F-4018-AD43-339BA437525B}" srcOrd="3" destOrd="0" presId="urn:microsoft.com/office/officeart/2018/2/layout/IconVerticalSolidList"/>
    <dgm:cxn modelId="{4C58D422-3555-46D4-A7E0-21C86EFE85BE}" type="presParOf" srcId="{878E0C5E-63EE-4605-8192-5E66FF40B637}" destId="{DDCCEF29-3508-41AF-B9B0-C5219E3E0EB2}" srcOrd="1" destOrd="0" presId="urn:microsoft.com/office/officeart/2018/2/layout/IconVerticalSolidList"/>
    <dgm:cxn modelId="{16DBC3F0-7E7A-4117-9F48-A388466128E4}" type="presParOf" srcId="{878E0C5E-63EE-4605-8192-5E66FF40B637}" destId="{72045C62-BFDD-44C5-816C-3E6313B818C1}" srcOrd="2" destOrd="0" presId="urn:microsoft.com/office/officeart/2018/2/layout/IconVerticalSolidList"/>
    <dgm:cxn modelId="{D5D8C3CC-BF54-44BC-AB68-E338DFA3B9A4}" type="presParOf" srcId="{72045C62-BFDD-44C5-816C-3E6313B818C1}" destId="{75749CF8-28CB-4AD4-A964-815CF8F29F91}" srcOrd="0" destOrd="0" presId="urn:microsoft.com/office/officeart/2018/2/layout/IconVerticalSolidList"/>
    <dgm:cxn modelId="{54716BDD-4A6E-46DB-A716-3F5FABDFF35C}" type="presParOf" srcId="{72045C62-BFDD-44C5-816C-3E6313B818C1}" destId="{132239E4-2689-457A-BBDE-4E67CB5ECD96}" srcOrd="1" destOrd="0" presId="urn:microsoft.com/office/officeart/2018/2/layout/IconVerticalSolidList"/>
    <dgm:cxn modelId="{5E298342-46B7-4653-B911-C7E6DE832F4A}" type="presParOf" srcId="{72045C62-BFDD-44C5-816C-3E6313B818C1}" destId="{234B3EF9-A941-4FA5-8F4D-4620D8FB3F4F}" srcOrd="2" destOrd="0" presId="urn:microsoft.com/office/officeart/2018/2/layout/IconVerticalSolidList"/>
    <dgm:cxn modelId="{1D8AA1A4-29D0-481F-A053-E771D725C262}" type="presParOf" srcId="{72045C62-BFDD-44C5-816C-3E6313B818C1}" destId="{FF6822C7-E396-43E3-9368-E060574B73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21FFE8-3B6A-4EFA-B161-58D61B0D8E05}">
      <dsp:nvSpPr>
        <dsp:cNvPr id="0" name=""/>
        <dsp:cNvSpPr/>
      </dsp:nvSpPr>
      <dsp:spPr>
        <a:xfrm>
          <a:off x="0" y="940328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3E7463-CA22-4D33-B900-BBE2E7441C11}">
      <dsp:nvSpPr>
        <dsp:cNvPr id="0" name=""/>
        <dsp:cNvSpPr/>
      </dsp:nvSpPr>
      <dsp:spPr>
        <a:xfrm>
          <a:off x="525137" y="1330926"/>
          <a:ext cx="954795" cy="954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2A125-36F2-499C-89EC-5DF14831ACB9}">
      <dsp:nvSpPr>
        <dsp:cNvPr id="0" name=""/>
        <dsp:cNvSpPr/>
      </dsp:nvSpPr>
      <dsp:spPr>
        <a:xfrm>
          <a:off x="2005069" y="940328"/>
          <a:ext cx="4944370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Your Fitness, Reimagined.</a:t>
          </a:r>
        </a:p>
      </dsp:txBody>
      <dsp:txXfrm>
        <a:off x="2005069" y="940328"/>
        <a:ext cx="4944370" cy="1735991"/>
      </dsp:txXfrm>
    </dsp:sp>
    <dsp:sp modelId="{AAFB406D-7AF3-430E-845C-4EF122E60A5F}">
      <dsp:nvSpPr>
        <dsp:cNvPr id="0" name=""/>
        <dsp:cNvSpPr/>
      </dsp:nvSpPr>
      <dsp:spPr>
        <a:xfrm>
          <a:off x="0" y="3110317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A5703-A104-4DA9-8279-2225F2B4CCE4}">
      <dsp:nvSpPr>
        <dsp:cNvPr id="0" name=""/>
        <dsp:cNvSpPr/>
      </dsp:nvSpPr>
      <dsp:spPr>
        <a:xfrm>
          <a:off x="525137" y="3500915"/>
          <a:ext cx="954795" cy="954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3412E-47DB-4CF6-992A-166A1858EE7F}">
      <dsp:nvSpPr>
        <dsp:cNvPr id="0" name=""/>
        <dsp:cNvSpPr/>
      </dsp:nvSpPr>
      <dsp:spPr>
        <a:xfrm>
          <a:off x="2005069" y="3110317"/>
          <a:ext cx="4944370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FitBuddy is a dynamic training partner that adapts to your progress, schedule, and challenges.</a:t>
          </a:r>
        </a:p>
      </dsp:txBody>
      <dsp:txXfrm>
        <a:off x="2005069" y="3110317"/>
        <a:ext cx="4944370" cy="17359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8379A-8900-4805-8F11-64A0343D13C2}">
      <dsp:nvSpPr>
        <dsp:cNvPr id="0" name=""/>
        <dsp:cNvSpPr/>
      </dsp:nvSpPr>
      <dsp:spPr>
        <a:xfrm>
          <a:off x="0" y="1871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13E94-87E6-4C58-B0D6-37D6E6638655}">
      <dsp:nvSpPr>
        <dsp:cNvPr id="0" name=""/>
        <dsp:cNvSpPr/>
      </dsp:nvSpPr>
      <dsp:spPr>
        <a:xfrm>
          <a:off x="241286" y="181340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967D7-8191-4793-958C-5C33366A1F5B}">
      <dsp:nvSpPr>
        <dsp:cNvPr id="0" name=""/>
        <dsp:cNvSpPr/>
      </dsp:nvSpPr>
      <dsp:spPr>
        <a:xfrm>
          <a:off x="921274" y="1871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Personalized Workouts </a:t>
          </a:r>
        </a:p>
      </dsp:txBody>
      <dsp:txXfrm>
        <a:off x="921274" y="1871"/>
        <a:ext cx="6028165" cy="797640"/>
      </dsp:txXfrm>
    </dsp:sp>
    <dsp:sp modelId="{55E345CB-35FB-433E-BE94-D46DD9BFD267}">
      <dsp:nvSpPr>
        <dsp:cNvPr id="0" name=""/>
        <dsp:cNvSpPr/>
      </dsp:nvSpPr>
      <dsp:spPr>
        <a:xfrm>
          <a:off x="0" y="998922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57E044-91A3-4337-B8CF-440455D2869A}">
      <dsp:nvSpPr>
        <dsp:cNvPr id="0" name=""/>
        <dsp:cNvSpPr/>
      </dsp:nvSpPr>
      <dsp:spPr>
        <a:xfrm>
          <a:off x="241286" y="1178391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A371B-C72F-47DE-AC4C-4C18066CD857}">
      <dsp:nvSpPr>
        <dsp:cNvPr id="0" name=""/>
        <dsp:cNvSpPr/>
      </dsp:nvSpPr>
      <dsp:spPr>
        <a:xfrm>
          <a:off x="921274" y="998922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Based on your goals and fitness level. </a:t>
          </a:r>
        </a:p>
      </dsp:txBody>
      <dsp:txXfrm>
        <a:off x="921274" y="998922"/>
        <a:ext cx="6028165" cy="797640"/>
      </dsp:txXfrm>
    </dsp:sp>
    <dsp:sp modelId="{6F3B6A12-4D5D-4DDB-AD43-3CFA0E4D5BFF}">
      <dsp:nvSpPr>
        <dsp:cNvPr id="0" name=""/>
        <dsp:cNvSpPr/>
      </dsp:nvSpPr>
      <dsp:spPr>
        <a:xfrm>
          <a:off x="0" y="1995973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EEC958-F5DA-4F38-9088-E8089389E96E}">
      <dsp:nvSpPr>
        <dsp:cNvPr id="0" name=""/>
        <dsp:cNvSpPr/>
      </dsp:nvSpPr>
      <dsp:spPr>
        <a:xfrm>
          <a:off x="241286" y="2175442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EDF98-77E3-4F5C-A15B-632E79A42043}">
      <dsp:nvSpPr>
        <dsp:cNvPr id="0" name=""/>
        <dsp:cNvSpPr/>
      </dsp:nvSpPr>
      <dsp:spPr>
        <a:xfrm>
          <a:off x="921274" y="1995973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Flexible Plans</a:t>
          </a:r>
        </a:p>
      </dsp:txBody>
      <dsp:txXfrm>
        <a:off x="921274" y="1995973"/>
        <a:ext cx="6028165" cy="797640"/>
      </dsp:txXfrm>
    </dsp:sp>
    <dsp:sp modelId="{2B1E88A4-FB8D-40A7-A604-3DF31376EFD1}">
      <dsp:nvSpPr>
        <dsp:cNvPr id="0" name=""/>
        <dsp:cNvSpPr/>
      </dsp:nvSpPr>
      <dsp:spPr>
        <a:xfrm>
          <a:off x="0" y="2993023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98174-E8C2-448F-81E2-D4D6E132D620}">
      <dsp:nvSpPr>
        <dsp:cNvPr id="0" name=""/>
        <dsp:cNvSpPr/>
      </dsp:nvSpPr>
      <dsp:spPr>
        <a:xfrm>
          <a:off x="241286" y="3172492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0A0B0-7692-4AC5-9F5C-9922D7F9D571}">
      <dsp:nvSpPr>
        <dsp:cNvPr id="0" name=""/>
        <dsp:cNvSpPr/>
      </dsp:nvSpPr>
      <dsp:spPr>
        <a:xfrm>
          <a:off x="921274" y="2993023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Adapts to your schedule and energy. </a:t>
          </a:r>
        </a:p>
      </dsp:txBody>
      <dsp:txXfrm>
        <a:off x="921274" y="2993023"/>
        <a:ext cx="6028165" cy="797640"/>
      </dsp:txXfrm>
    </dsp:sp>
    <dsp:sp modelId="{3AC40190-9215-44EA-BECC-1E85C828D4EB}">
      <dsp:nvSpPr>
        <dsp:cNvPr id="0" name=""/>
        <dsp:cNvSpPr/>
      </dsp:nvSpPr>
      <dsp:spPr>
        <a:xfrm>
          <a:off x="0" y="399007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914F2-9130-46AC-B52B-C25733D9BF4A}">
      <dsp:nvSpPr>
        <dsp:cNvPr id="0" name=""/>
        <dsp:cNvSpPr/>
      </dsp:nvSpPr>
      <dsp:spPr>
        <a:xfrm>
          <a:off x="241286" y="4169543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E1E8E-C811-40F2-AC92-491B5ED5A807}">
      <dsp:nvSpPr>
        <dsp:cNvPr id="0" name=""/>
        <dsp:cNvSpPr/>
      </dsp:nvSpPr>
      <dsp:spPr>
        <a:xfrm>
          <a:off x="921274" y="399007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Progressive Training</a:t>
          </a:r>
        </a:p>
      </dsp:txBody>
      <dsp:txXfrm>
        <a:off x="921274" y="3990074"/>
        <a:ext cx="6028165" cy="797640"/>
      </dsp:txXfrm>
    </dsp:sp>
    <dsp:sp modelId="{35252503-8284-4B87-AB38-1249683A8536}">
      <dsp:nvSpPr>
        <dsp:cNvPr id="0" name=""/>
        <dsp:cNvSpPr/>
      </dsp:nvSpPr>
      <dsp:spPr>
        <a:xfrm>
          <a:off x="0" y="498712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4FB59-6A96-4B71-924E-99694259736A}">
      <dsp:nvSpPr>
        <dsp:cNvPr id="0" name=""/>
        <dsp:cNvSpPr/>
      </dsp:nvSpPr>
      <dsp:spPr>
        <a:xfrm>
          <a:off x="241286" y="5166593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345F7-F641-4D96-9C53-1394BA1392FE}">
      <dsp:nvSpPr>
        <dsp:cNvPr id="0" name=""/>
        <dsp:cNvSpPr/>
      </dsp:nvSpPr>
      <dsp:spPr>
        <a:xfrm>
          <a:off x="921274" y="498712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Changes as you improve.</a:t>
          </a:r>
        </a:p>
      </dsp:txBody>
      <dsp:txXfrm>
        <a:off x="921274" y="4987124"/>
        <a:ext cx="6028165" cy="797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56D8AB-75C5-4765-9D13-44CF725A2324}">
      <dsp:nvSpPr>
        <dsp:cNvPr id="0" name=""/>
        <dsp:cNvSpPr/>
      </dsp:nvSpPr>
      <dsp:spPr>
        <a:xfrm>
          <a:off x="0" y="660795"/>
          <a:ext cx="10335350" cy="12199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3CEFB-095C-4856-8927-A0B396B68E34}">
      <dsp:nvSpPr>
        <dsp:cNvPr id="0" name=""/>
        <dsp:cNvSpPr/>
      </dsp:nvSpPr>
      <dsp:spPr>
        <a:xfrm>
          <a:off x="369028" y="935279"/>
          <a:ext cx="670961" cy="6709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31EB2-F227-4183-89BA-A8885D5578AD}">
      <dsp:nvSpPr>
        <dsp:cNvPr id="0" name=""/>
        <dsp:cNvSpPr/>
      </dsp:nvSpPr>
      <dsp:spPr>
        <a:xfrm>
          <a:off x="1409018" y="660795"/>
          <a:ext cx="8926331" cy="1219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109" tIns="129109" rIns="129109" bIns="12910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Traditional fitness plans are often one-size-fits-all and assume a consistent schedule.</a:t>
          </a:r>
        </a:p>
      </dsp:txBody>
      <dsp:txXfrm>
        <a:off x="1409018" y="660795"/>
        <a:ext cx="8926331" cy="1219929"/>
      </dsp:txXfrm>
    </dsp:sp>
    <dsp:sp modelId="{2C93FD09-020E-440A-876A-0C04CFEB0623}">
      <dsp:nvSpPr>
        <dsp:cNvPr id="0" name=""/>
        <dsp:cNvSpPr/>
      </dsp:nvSpPr>
      <dsp:spPr>
        <a:xfrm>
          <a:off x="0" y="2185706"/>
          <a:ext cx="10335350" cy="12199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0A08B-7958-4569-9341-50E3985B389D}">
      <dsp:nvSpPr>
        <dsp:cNvPr id="0" name=""/>
        <dsp:cNvSpPr/>
      </dsp:nvSpPr>
      <dsp:spPr>
        <a:xfrm>
          <a:off x="369028" y="2460190"/>
          <a:ext cx="670961" cy="6709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05BD1-F734-4889-BE88-DAA912D8E8A6}">
      <dsp:nvSpPr>
        <dsp:cNvPr id="0" name=""/>
        <dsp:cNvSpPr/>
      </dsp:nvSpPr>
      <dsp:spPr>
        <a:xfrm>
          <a:off x="1409018" y="2185706"/>
          <a:ext cx="8926331" cy="1219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109" tIns="129109" rIns="129109" bIns="12910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When work, family, or energy levels change, progress can quickly fall apart.</a:t>
          </a:r>
        </a:p>
      </dsp:txBody>
      <dsp:txXfrm>
        <a:off x="1409018" y="2185706"/>
        <a:ext cx="8926331" cy="12199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DA3EC2-2B6E-C54D-8AC7-675A1C4ED6B7}">
      <dsp:nvSpPr>
        <dsp:cNvPr id="0" name=""/>
        <dsp:cNvSpPr/>
      </dsp:nvSpPr>
      <dsp:spPr>
        <a:xfrm>
          <a:off x="0" y="199348"/>
          <a:ext cx="6949440" cy="26406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One-size-fits-all Doesn’t work most fitness apps use static workouts that ignore your schedule and energy.</a:t>
          </a:r>
        </a:p>
      </dsp:txBody>
      <dsp:txXfrm>
        <a:off x="128908" y="328256"/>
        <a:ext cx="6691624" cy="2382874"/>
      </dsp:txXfrm>
    </dsp:sp>
    <dsp:sp modelId="{45CF171A-094B-474E-821C-CF81EA41089D}">
      <dsp:nvSpPr>
        <dsp:cNvPr id="0" name=""/>
        <dsp:cNvSpPr/>
      </dsp:nvSpPr>
      <dsp:spPr>
        <a:xfrm>
          <a:off x="0" y="2946598"/>
          <a:ext cx="6949440" cy="264069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Life Changes. Your Plan Should Too. When your goals or availability shift, a rigid plan becomes a roadblock.</a:t>
          </a:r>
        </a:p>
      </dsp:txBody>
      <dsp:txXfrm>
        <a:off x="128908" y="3075506"/>
        <a:ext cx="6691624" cy="23828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D670A-25EB-41EA-BD6F-950687D96546}">
      <dsp:nvSpPr>
        <dsp:cNvPr id="0" name=""/>
        <dsp:cNvSpPr/>
      </dsp:nvSpPr>
      <dsp:spPr>
        <a:xfrm>
          <a:off x="0" y="4520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5E118-DB89-487C-87AF-658E60783EDF}">
      <dsp:nvSpPr>
        <dsp:cNvPr id="0" name=""/>
        <dsp:cNvSpPr/>
      </dsp:nvSpPr>
      <dsp:spPr>
        <a:xfrm>
          <a:off x="291287" y="221180"/>
          <a:ext cx="529612" cy="5296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9BC816-252B-4B0B-8A75-3D0CB072A210}">
      <dsp:nvSpPr>
        <dsp:cNvPr id="0" name=""/>
        <dsp:cNvSpPr/>
      </dsp:nvSpPr>
      <dsp:spPr>
        <a:xfrm>
          <a:off x="1112187" y="4520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YOUR WORKOUT SOURCE </a:t>
          </a:r>
        </a:p>
      </dsp:txBody>
      <dsp:txXfrm>
        <a:off x="1112187" y="4520"/>
        <a:ext cx="5837252" cy="962932"/>
      </dsp:txXfrm>
    </dsp:sp>
    <dsp:sp modelId="{6A94F20D-FF89-4F9A-A5F3-7C8DC1C67618}">
      <dsp:nvSpPr>
        <dsp:cNvPr id="0" name=""/>
        <dsp:cNvSpPr/>
      </dsp:nvSpPr>
      <dsp:spPr>
        <a:xfrm>
          <a:off x="0" y="1208186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5612C-9E95-4E3F-8525-94A1A9DA01F7}">
      <dsp:nvSpPr>
        <dsp:cNvPr id="0" name=""/>
        <dsp:cNvSpPr/>
      </dsp:nvSpPr>
      <dsp:spPr>
        <a:xfrm>
          <a:off x="291287" y="1424846"/>
          <a:ext cx="529612" cy="5296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6AA06-AE3B-4497-ABE9-EBE8F8479D19}">
      <dsp:nvSpPr>
        <dsp:cNvPr id="0" name=""/>
        <dsp:cNvSpPr/>
      </dsp:nvSpPr>
      <dsp:spPr>
        <a:xfrm>
          <a:off x="1112187" y="1208186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Your plan. Your goals. Your progress.</a:t>
          </a:r>
        </a:p>
      </dsp:txBody>
      <dsp:txXfrm>
        <a:off x="1112187" y="1208186"/>
        <a:ext cx="5837252" cy="962932"/>
      </dsp:txXfrm>
    </dsp:sp>
    <dsp:sp modelId="{479F708D-EEFE-4297-81F8-C417E9B2FC8E}">
      <dsp:nvSpPr>
        <dsp:cNvPr id="0" name=""/>
        <dsp:cNvSpPr/>
      </dsp:nvSpPr>
      <dsp:spPr>
        <a:xfrm>
          <a:off x="0" y="2411852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C1FC6B-3370-4A0E-8F3A-99EC273C514A}">
      <dsp:nvSpPr>
        <dsp:cNvPr id="0" name=""/>
        <dsp:cNvSpPr/>
      </dsp:nvSpPr>
      <dsp:spPr>
        <a:xfrm>
          <a:off x="291287" y="2628512"/>
          <a:ext cx="529612" cy="5296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387B7-B8F6-45AA-9CF5-4BAB15AAB3BF}">
      <dsp:nvSpPr>
        <dsp:cNvPr id="0" name=""/>
        <dsp:cNvSpPr/>
      </dsp:nvSpPr>
      <dsp:spPr>
        <a:xfrm>
          <a:off x="1112187" y="2411852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FitBuddy is your go-to workout library with Thousands of exercises and goal-specific programs ready to start today.</a:t>
          </a:r>
        </a:p>
      </dsp:txBody>
      <dsp:txXfrm>
        <a:off x="1112187" y="2411852"/>
        <a:ext cx="5837252" cy="962932"/>
      </dsp:txXfrm>
    </dsp:sp>
    <dsp:sp modelId="{9837736D-A978-471C-A0EF-BA826C572C23}">
      <dsp:nvSpPr>
        <dsp:cNvPr id="0" name=""/>
        <dsp:cNvSpPr/>
      </dsp:nvSpPr>
      <dsp:spPr>
        <a:xfrm>
          <a:off x="0" y="3615517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7999C-58DB-42E8-8BB2-DE1D4CA76B97}">
      <dsp:nvSpPr>
        <dsp:cNvPr id="0" name=""/>
        <dsp:cNvSpPr/>
      </dsp:nvSpPr>
      <dsp:spPr>
        <a:xfrm>
          <a:off x="291287" y="3832177"/>
          <a:ext cx="529612" cy="5296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6DE34-2143-4593-81EF-E2E31E1FE6F6}">
      <dsp:nvSpPr>
        <dsp:cNvPr id="0" name=""/>
        <dsp:cNvSpPr/>
      </dsp:nvSpPr>
      <dsp:spPr>
        <a:xfrm>
          <a:off x="1112187" y="3615517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“What should I do today?”- answered instantly </a:t>
          </a:r>
        </a:p>
      </dsp:txBody>
      <dsp:txXfrm>
        <a:off x="1112187" y="3615517"/>
        <a:ext cx="5837252" cy="962932"/>
      </dsp:txXfrm>
    </dsp:sp>
    <dsp:sp modelId="{40D63A15-6B6E-43B6-A076-8CDC818B92B4}">
      <dsp:nvSpPr>
        <dsp:cNvPr id="0" name=""/>
        <dsp:cNvSpPr/>
      </dsp:nvSpPr>
      <dsp:spPr>
        <a:xfrm>
          <a:off x="0" y="4819183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1D3388-28EC-4F02-A7E6-4C0966B353F7}">
      <dsp:nvSpPr>
        <dsp:cNvPr id="0" name=""/>
        <dsp:cNvSpPr/>
      </dsp:nvSpPr>
      <dsp:spPr>
        <a:xfrm>
          <a:off x="291287" y="5035843"/>
          <a:ext cx="529612" cy="5296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33D4D5-C3AE-4BCC-B26F-C57EEB5775CA}">
      <dsp:nvSpPr>
        <dsp:cNvPr id="0" name=""/>
        <dsp:cNvSpPr/>
      </dsp:nvSpPr>
      <dsp:spPr>
        <a:xfrm>
          <a:off x="1112187" y="4819183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“How do I get there?”- a clear path forward </a:t>
          </a:r>
        </a:p>
      </dsp:txBody>
      <dsp:txXfrm>
        <a:off x="1112187" y="4819183"/>
        <a:ext cx="5837252" cy="9629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ECA91-C759-2F4D-82B0-04B7EC5D131C}">
      <dsp:nvSpPr>
        <dsp:cNvPr id="0" name=""/>
        <dsp:cNvSpPr/>
      </dsp:nvSpPr>
      <dsp:spPr>
        <a:xfrm>
          <a:off x="0" y="16918"/>
          <a:ext cx="6949440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FitBuddy removes the friction between wanting to work out and actually doing it.</a:t>
          </a:r>
        </a:p>
      </dsp:txBody>
      <dsp:txXfrm>
        <a:off x="33012" y="49930"/>
        <a:ext cx="6883416" cy="610236"/>
      </dsp:txXfrm>
    </dsp:sp>
    <dsp:sp modelId="{E9C2EA5D-96CC-2A4D-AAE1-2ACFD934C9D1}">
      <dsp:nvSpPr>
        <dsp:cNvPr id="0" name=""/>
        <dsp:cNvSpPr/>
      </dsp:nvSpPr>
      <dsp:spPr>
        <a:xfrm>
          <a:off x="0" y="742138"/>
          <a:ext cx="6949440" cy="676260"/>
        </a:xfrm>
        <a:prstGeom prst="roundRect">
          <a:avLst/>
        </a:prstGeom>
        <a:solidFill>
          <a:schemeClr val="accent2">
            <a:hueOff val="-148761"/>
            <a:satOff val="-3090"/>
            <a:lumOff val="-8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Select</a:t>
          </a:r>
        </a:p>
      </dsp:txBody>
      <dsp:txXfrm>
        <a:off x="33012" y="775150"/>
        <a:ext cx="6883416" cy="610236"/>
      </dsp:txXfrm>
    </dsp:sp>
    <dsp:sp modelId="{86BAF068-D148-864F-BA20-6E06CF2AFFD4}">
      <dsp:nvSpPr>
        <dsp:cNvPr id="0" name=""/>
        <dsp:cNvSpPr/>
      </dsp:nvSpPr>
      <dsp:spPr>
        <a:xfrm>
          <a:off x="0" y="1467358"/>
          <a:ext cx="6949440" cy="676260"/>
        </a:xfrm>
        <a:prstGeom prst="roundRect">
          <a:avLst/>
        </a:prstGeom>
        <a:solidFill>
          <a:schemeClr val="accent2">
            <a:hueOff val="-297523"/>
            <a:satOff val="-6180"/>
            <a:lumOff val="-16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Pick a premade plan or build your own.</a:t>
          </a:r>
        </a:p>
      </dsp:txBody>
      <dsp:txXfrm>
        <a:off x="33012" y="1500370"/>
        <a:ext cx="6883416" cy="610236"/>
      </dsp:txXfrm>
    </dsp:sp>
    <dsp:sp modelId="{B134BFD1-F523-734F-A156-E1F7EB334622}">
      <dsp:nvSpPr>
        <dsp:cNvPr id="0" name=""/>
        <dsp:cNvSpPr/>
      </dsp:nvSpPr>
      <dsp:spPr>
        <a:xfrm>
          <a:off x="0" y="2192578"/>
          <a:ext cx="6949440" cy="676260"/>
        </a:xfrm>
        <a:prstGeom prst="roundRect">
          <a:avLst/>
        </a:prstGeom>
        <a:solidFill>
          <a:schemeClr val="accent2">
            <a:hueOff val="-446284"/>
            <a:satOff val="-9270"/>
            <a:lumOff val="-25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Structure </a:t>
          </a:r>
        </a:p>
      </dsp:txBody>
      <dsp:txXfrm>
        <a:off x="33012" y="2225590"/>
        <a:ext cx="6883416" cy="610236"/>
      </dsp:txXfrm>
    </dsp:sp>
    <dsp:sp modelId="{1D2BAEB5-8BF4-3846-928C-90585975B981}">
      <dsp:nvSpPr>
        <dsp:cNvPr id="0" name=""/>
        <dsp:cNvSpPr/>
      </dsp:nvSpPr>
      <dsp:spPr>
        <a:xfrm>
          <a:off x="0" y="2917798"/>
          <a:ext cx="6949440" cy="676260"/>
        </a:xfrm>
        <a:prstGeom prst="roundRect">
          <a:avLst/>
        </a:prstGeom>
        <a:solidFill>
          <a:schemeClr val="accent2">
            <a:hueOff val="-595045"/>
            <a:satOff val="-12361"/>
            <a:lumOff val="-33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Arrange warm-up, FITT main set, cool-down.</a:t>
          </a:r>
        </a:p>
      </dsp:txBody>
      <dsp:txXfrm>
        <a:off x="33012" y="2950810"/>
        <a:ext cx="6883416" cy="610236"/>
      </dsp:txXfrm>
    </dsp:sp>
    <dsp:sp modelId="{77713631-E842-CA41-A2DF-02D32ABA7831}">
      <dsp:nvSpPr>
        <dsp:cNvPr id="0" name=""/>
        <dsp:cNvSpPr/>
      </dsp:nvSpPr>
      <dsp:spPr>
        <a:xfrm>
          <a:off x="0" y="3643018"/>
          <a:ext cx="6949440" cy="676260"/>
        </a:xfrm>
        <a:prstGeom prst="roundRect">
          <a:avLst/>
        </a:prstGeom>
        <a:solidFill>
          <a:schemeClr val="accent2">
            <a:hueOff val="-743806"/>
            <a:satOff val="-15451"/>
            <a:lumOff val="-42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Evolve</a:t>
          </a:r>
        </a:p>
      </dsp:txBody>
      <dsp:txXfrm>
        <a:off x="33012" y="3676030"/>
        <a:ext cx="6883416" cy="610236"/>
      </dsp:txXfrm>
    </dsp:sp>
    <dsp:sp modelId="{70F86176-9B83-5A47-AD2C-3DA5D4638E5F}">
      <dsp:nvSpPr>
        <dsp:cNvPr id="0" name=""/>
        <dsp:cNvSpPr/>
      </dsp:nvSpPr>
      <dsp:spPr>
        <a:xfrm>
          <a:off x="0" y="4368238"/>
          <a:ext cx="6949440" cy="676260"/>
        </a:xfrm>
        <a:prstGeom prst="roundRect">
          <a:avLst/>
        </a:prstGeom>
        <a:solidFill>
          <a:schemeClr val="accent2">
            <a:hueOff val="-892568"/>
            <a:satOff val="-18541"/>
            <a:lumOff val="-50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Auto-updated plans as you progress.</a:t>
          </a:r>
        </a:p>
      </dsp:txBody>
      <dsp:txXfrm>
        <a:off x="33012" y="4401250"/>
        <a:ext cx="6883416" cy="610236"/>
      </dsp:txXfrm>
    </dsp:sp>
    <dsp:sp modelId="{4CD7C8AA-8551-3A46-8754-AEB1298E90A5}">
      <dsp:nvSpPr>
        <dsp:cNvPr id="0" name=""/>
        <dsp:cNvSpPr/>
      </dsp:nvSpPr>
      <dsp:spPr>
        <a:xfrm>
          <a:off x="0" y="5093458"/>
          <a:ext cx="6949440" cy="67626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Every session is organized with purpose, so you can train smarter without extra planning.</a:t>
          </a:r>
        </a:p>
      </dsp:txBody>
      <dsp:txXfrm>
        <a:off x="33012" y="5126470"/>
        <a:ext cx="6883416" cy="6102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52A8B-723F-4E54-B3EB-C43DEB63B09C}">
      <dsp:nvSpPr>
        <dsp:cNvPr id="0" name=""/>
        <dsp:cNvSpPr/>
      </dsp:nvSpPr>
      <dsp:spPr>
        <a:xfrm>
          <a:off x="0" y="1871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A19E26-0039-432F-A084-785306626BAD}">
      <dsp:nvSpPr>
        <dsp:cNvPr id="0" name=""/>
        <dsp:cNvSpPr/>
      </dsp:nvSpPr>
      <dsp:spPr>
        <a:xfrm>
          <a:off x="241286" y="181340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E9490-4878-403A-BC17-228A6EDC9853}">
      <dsp:nvSpPr>
        <dsp:cNvPr id="0" name=""/>
        <dsp:cNvSpPr/>
      </dsp:nvSpPr>
      <dsp:spPr>
        <a:xfrm>
          <a:off x="921274" y="1871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Built-In Variety </a:t>
          </a:r>
        </a:p>
      </dsp:txBody>
      <dsp:txXfrm>
        <a:off x="921274" y="1871"/>
        <a:ext cx="6028165" cy="797640"/>
      </dsp:txXfrm>
    </dsp:sp>
    <dsp:sp modelId="{E9A9A33E-8DBF-484C-8058-D88F6DE050E4}">
      <dsp:nvSpPr>
        <dsp:cNvPr id="0" name=""/>
        <dsp:cNvSpPr/>
      </dsp:nvSpPr>
      <dsp:spPr>
        <a:xfrm>
          <a:off x="0" y="998922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77A953-F934-4495-A807-CEC800D70C7B}">
      <dsp:nvSpPr>
        <dsp:cNvPr id="0" name=""/>
        <dsp:cNvSpPr/>
      </dsp:nvSpPr>
      <dsp:spPr>
        <a:xfrm>
          <a:off x="241286" y="1178391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9B98A-813F-47BE-94BF-1BE2A795DDCB}">
      <dsp:nvSpPr>
        <dsp:cNvPr id="0" name=""/>
        <dsp:cNvSpPr/>
      </dsp:nvSpPr>
      <dsp:spPr>
        <a:xfrm>
          <a:off x="921274" y="998922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Core, lower body, cardio, and stretches keep session fresh and consistent.</a:t>
          </a:r>
        </a:p>
      </dsp:txBody>
      <dsp:txXfrm>
        <a:off x="921274" y="998922"/>
        <a:ext cx="6028165" cy="797640"/>
      </dsp:txXfrm>
    </dsp:sp>
    <dsp:sp modelId="{988E6E56-2C8A-4C61-8545-A2D9E4B215C8}">
      <dsp:nvSpPr>
        <dsp:cNvPr id="0" name=""/>
        <dsp:cNvSpPr/>
      </dsp:nvSpPr>
      <dsp:spPr>
        <a:xfrm>
          <a:off x="0" y="1995973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A3D9D2-9F4A-4A16-9CEE-98A777AB3412}">
      <dsp:nvSpPr>
        <dsp:cNvPr id="0" name=""/>
        <dsp:cNvSpPr/>
      </dsp:nvSpPr>
      <dsp:spPr>
        <a:xfrm>
          <a:off x="241286" y="2175442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D30C5-3207-43C4-A7CD-204039D51206}">
      <dsp:nvSpPr>
        <dsp:cNvPr id="0" name=""/>
        <dsp:cNvSpPr/>
      </dsp:nvSpPr>
      <dsp:spPr>
        <a:xfrm>
          <a:off x="921274" y="1995973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Goal-specific Tracks</a:t>
          </a:r>
        </a:p>
      </dsp:txBody>
      <dsp:txXfrm>
        <a:off x="921274" y="1995973"/>
        <a:ext cx="6028165" cy="797640"/>
      </dsp:txXfrm>
    </dsp:sp>
    <dsp:sp modelId="{E21BC33C-151A-4374-BEE1-170E2A08C704}">
      <dsp:nvSpPr>
        <dsp:cNvPr id="0" name=""/>
        <dsp:cNvSpPr/>
      </dsp:nvSpPr>
      <dsp:spPr>
        <a:xfrm>
          <a:off x="0" y="2993023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4EA7A-40F1-4D79-A3C7-753CDE9318E8}">
      <dsp:nvSpPr>
        <dsp:cNvPr id="0" name=""/>
        <dsp:cNvSpPr/>
      </dsp:nvSpPr>
      <dsp:spPr>
        <a:xfrm>
          <a:off x="241286" y="3172492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876DC6-F362-47F9-946E-9FB124E68837}">
      <dsp:nvSpPr>
        <dsp:cNvPr id="0" name=""/>
        <dsp:cNvSpPr/>
      </dsp:nvSpPr>
      <dsp:spPr>
        <a:xfrm>
          <a:off x="921274" y="2993023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Your plan keeps you moving forward, even on low-energy days.</a:t>
          </a:r>
        </a:p>
      </dsp:txBody>
      <dsp:txXfrm>
        <a:off x="921274" y="2993023"/>
        <a:ext cx="6028165" cy="797640"/>
      </dsp:txXfrm>
    </dsp:sp>
    <dsp:sp modelId="{D02FE244-5BFA-4FBC-A1CA-807E2C80830C}">
      <dsp:nvSpPr>
        <dsp:cNvPr id="0" name=""/>
        <dsp:cNvSpPr/>
      </dsp:nvSpPr>
      <dsp:spPr>
        <a:xfrm>
          <a:off x="0" y="399007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E1B61-71BA-46A8-B9ED-75F83DE2607C}">
      <dsp:nvSpPr>
        <dsp:cNvPr id="0" name=""/>
        <dsp:cNvSpPr/>
      </dsp:nvSpPr>
      <dsp:spPr>
        <a:xfrm>
          <a:off x="241286" y="4169543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5E0B2-55AB-4F70-9273-9227481A4D94}">
      <dsp:nvSpPr>
        <dsp:cNvPr id="0" name=""/>
        <dsp:cNvSpPr/>
      </dsp:nvSpPr>
      <dsp:spPr>
        <a:xfrm>
          <a:off x="921274" y="399007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Consistency by Design</a:t>
          </a:r>
        </a:p>
      </dsp:txBody>
      <dsp:txXfrm>
        <a:off x="921274" y="3990074"/>
        <a:ext cx="6028165" cy="797640"/>
      </dsp:txXfrm>
    </dsp:sp>
    <dsp:sp modelId="{F8FE3322-4C2D-48B2-8404-625109A473BF}">
      <dsp:nvSpPr>
        <dsp:cNvPr id="0" name=""/>
        <dsp:cNvSpPr/>
      </dsp:nvSpPr>
      <dsp:spPr>
        <a:xfrm>
          <a:off x="0" y="498712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F73DE-BC04-4BD2-ACDE-074D998DDFBB}">
      <dsp:nvSpPr>
        <dsp:cNvPr id="0" name=""/>
        <dsp:cNvSpPr/>
      </dsp:nvSpPr>
      <dsp:spPr>
        <a:xfrm>
          <a:off x="241286" y="5166593"/>
          <a:ext cx="438702" cy="438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D345E-AF56-4959-9D37-435933AE6CE8}">
      <dsp:nvSpPr>
        <dsp:cNvPr id="0" name=""/>
        <dsp:cNvSpPr/>
      </dsp:nvSpPr>
      <dsp:spPr>
        <a:xfrm>
          <a:off x="921274" y="498712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Structure and variety work together to reduce drop-off.</a:t>
          </a:r>
        </a:p>
      </dsp:txBody>
      <dsp:txXfrm>
        <a:off x="921274" y="4987124"/>
        <a:ext cx="6028165" cy="7976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4ED26E-76F6-C049-87B3-ABA7C5919CEE}">
      <dsp:nvSpPr>
        <dsp:cNvPr id="0" name=""/>
        <dsp:cNvSpPr/>
      </dsp:nvSpPr>
      <dsp:spPr>
        <a:xfrm>
          <a:off x="0" y="483135"/>
          <a:ext cx="6949440" cy="15530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Why Personalization Is Non-Negotiable </a:t>
          </a:r>
        </a:p>
      </dsp:txBody>
      <dsp:txXfrm>
        <a:off x="75813" y="558948"/>
        <a:ext cx="6797814" cy="1401402"/>
      </dsp:txXfrm>
    </dsp:sp>
    <dsp:sp modelId="{40968002-515A-8A47-B56D-0EEE19D3529C}">
      <dsp:nvSpPr>
        <dsp:cNvPr id="0" name=""/>
        <dsp:cNvSpPr/>
      </dsp:nvSpPr>
      <dsp:spPr>
        <a:xfrm>
          <a:off x="0" y="2116804"/>
          <a:ext cx="6949440" cy="1553028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Long-term fitness success requires individualisation and adaptation. A plan that ignores who you are won’t last.</a:t>
          </a:r>
        </a:p>
      </dsp:txBody>
      <dsp:txXfrm>
        <a:off x="75813" y="2192617"/>
        <a:ext cx="6797814" cy="1401402"/>
      </dsp:txXfrm>
    </dsp:sp>
    <dsp:sp modelId="{1BA86D7D-B808-A64A-9CAC-A49F4C1E8CC1}">
      <dsp:nvSpPr>
        <dsp:cNvPr id="0" name=""/>
        <dsp:cNvSpPr/>
      </dsp:nvSpPr>
      <dsp:spPr>
        <a:xfrm>
          <a:off x="0" y="3750472"/>
          <a:ext cx="6949440" cy="1553028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FitBuddy tailors every workout by level and goal.</a:t>
          </a:r>
        </a:p>
      </dsp:txBody>
      <dsp:txXfrm>
        <a:off x="75813" y="3826285"/>
        <a:ext cx="6797814" cy="14014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B3BDC-B540-461C-A924-181E4124D31D}">
      <dsp:nvSpPr>
        <dsp:cNvPr id="0" name=""/>
        <dsp:cNvSpPr/>
      </dsp:nvSpPr>
      <dsp:spPr>
        <a:xfrm>
          <a:off x="0" y="940328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B8FB2E-7AE3-407A-A056-68B7D8B08E15}">
      <dsp:nvSpPr>
        <dsp:cNvPr id="0" name=""/>
        <dsp:cNvSpPr/>
      </dsp:nvSpPr>
      <dsp:spPr>
        <a:xfrm>
          <a:off x="525137" y="1330926"/>
          <a:ext cx="954795" cy="954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D30C4-F16F-4018-AD43-339BA437525B}">
      <dsp:nvSpPr>
        <dsp:cNvPr id="0" name=""/>
        <dsp:cNvSpPr/>
      </dsp:nvSpPr>
      <dsp:spPr>
        <a:xfrm>
          <a:off x="2005069" y="940328"/>
          <a:ext cx="4944370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Your Plan Isn’t Static:   It evolves with your goals and progress.</a:t>
          </a:r>
        </a:p>
      </dsp:txBody>
      <dsp:txXfrm>
        <a:off x="2005069" y="940328"/>
        <a:ext cx="4944370" cy="1735991"/>
      </dsp:txXfrm>
    </dsp:sp>
    <dsp:sp modelId="{75749CF8-28CB-4AD4-A964-815CF8F29F91}">
      <dsp:nvSpPr>
        <dsp:cNvPr id="0" name=""/>
        <dsp:cNvSpPr/>
      </dsp:nvSpPr>
      <dsp:spPr>
        <a:xfrm>
          <a:off x="0" y="3110317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239E4-2689-457A-BBDE-4E67CB5ECD96}">
      <dsp:nvSpPr>
        <dsp:cNvPr id="0" name=""/>
        <dsp:cNvSpPr/>
      </dsp:nvSpPr>
      <dsp:spPr>
        <a:xfrm>
          <a:off x="525137" y="3500915"/>
          <a:ext cx="954795" cy="954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822C7-E396-43E3-9368-E060574B7362}">
      <dsp:nvSpPr>
        <dsp:cNvPr id="0" name=""/>
        <dsp:cNvSpPr/>
      </dsp:nvSpPr>
      <dsp:spPr>
        <a:xfrm>
          <a:off x="2005069" y="3110317"/>
          <a:ext cx="4944370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Start Today, Evolve Tomorrow:  Begin Where you are. FitBuddy Adapts from there.</a:t>
          </a:r>
        </a:p>
      </dsp:txBody>
      <dsp:txXfrm>
        <a:off x="2005069" y="3110317"/>
        <a:ext cx="4944370" cy="1735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8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57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2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8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58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66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4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0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5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41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9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 /><Relationship Id="rId2" Type="http://schemas.openxmlformats.org/officeDocument/2006/relationships/diagramData" Target="../diagrams/data3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3.xml" /><Relationship Id="rId5" Type="http://schemas.openxmlformats.org/officeDocument/2006/relationships/diagramColors" Target="../diagrams/colors3.xml" /><Relationship Id="rId4" Type="http://schemas.openxmlformats.org/officeDocument/2006/relationships/diagramQuickStyle" Target="../diagrams/quickStyle3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 /><Relationship Id="rId2" Type="http://schemas.openxmlformats.org/officeDocument/2006/relationships/diagramData" Target="../diagrams/data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4.xml" /><Relationship Id="rId5" Type="http://schemas.openxmlformats.org/officeDocument/2006/relationships/diagramColors" Target="../diagrams/colors4.xml" /><Relationship Id="rId4" Type="http://schemas.openxmlformats.org/officeDocument/2006/relationships/diagramQuickStyle" Target="../diagrams/quickStyle4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 /><Relationship Id="rId2" Type="http://schemas.openxmlformats.org/officeDocument/2006/relationships/diagramData" Target="../diagrams/data5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5.xml" /><Relationship Id="rId5" Type="http://schemas.openxmlformats.org/officeDocument/2006/relationships/diagramColors" Target="../diagrams/colors5.xml" /><Relationship Id="rId4" Type="http://schemas.openxmlformats.org/officeDocument/2006/relationships/diagramQuickStyle" Target="../diagrams/quickStyle5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 /><Relationship Id="rId2" Type="http://schemas.openxmlformats.org/officeDocument/2006/relationships/diagramData" Target="../diagrams/data6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6.xml" /><Relationship Id="rId5" Type="http://schemas.openxmlformats.org/officeDocument/2006/relationships/diagramColors" Target="../diagrams/colors6.xml" /><Relationship Id="rId4" Type="http://schemas.openxmlformats.org/officeDocument/2006/relationships/diagramQuickStyle" Target="../diagrams/quickStyle6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 /><Relationship Id="rId2" Type="http://schemas.openxmlformats.org/officeDocument/2006/relationships/diagramData" Target="../diagrams/data7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7.xml" /><Relationship Id="rId5" Type="http://schemas.openxmlformats.org/officeDocument/2006/relationships/diagramColors" Target="../diagrams/colors7.xml" /><Relationship Id="rId4" Type="http://schemas.openxmlformats.org/officeDocument/2006/relationships/diagramQuickStyle" Target="../diagrams/quickStyle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 /><Relationship Id="rId2" Type="http://schemas.openxmlformats.org/officeDocument/2006/relationships/diagramData" Target="../diagrams/data8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8.xml" /><Relationship Id="rId5" Type="http://schemas.openxmlformats.org/officeDocument/2006/relationships/diagramColors" Target="../diagrams/colors8.xml" /><Relationship Id="rId4" Type="http://schemas.openxmlformats.org/officeDocument/2006/relationships/diagramQuickStyle" Target="../diagrams/quickStyle8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 /><Relationship Id="rId2" Type="http://schemas.openxmlformats.org/officeDocument/2006/relationships/diagramData" Target="../diagrams/data9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9.xml" /><Relationship Id="rId5" Type="http://schemas.openxmlformats.org/officeDocument/2006/relationships/diagramColors" Target="../diagrams/colors9.xml" /><Relationship Id="rId4" Type="http://schemas.openxmlformats.org/officeDocument/2006/relationships/diagramQuickStyle" Target="../diagrams/quickStyle9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US" sz="5400"/>
              <a:t>FitBuddy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400"/>
              <a:t>A fitness plan that adapts with you Smart workouts built around your goals and your level.
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19492-3013-EA04-22F2-8BFF7D2816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74" r="17686" b="9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4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500"/>
              <a:t>The problem: Generic Plans Don’t Survive Real Life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731821" y="1212692"/>
            <a:ext cx="8728363" cy="418780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 algn="ctr">
              <a:buNone/>
            </a:pPr>
            <a:r>
              <a:rPr lang="en-US" sz="1800" dirty="0"/>
              <a:t>One-size-fits-all training breaks down fast.</a:t>
            </a:r>
          </a:p>
        </p:txBody>
      </p:sp>
      <p:pic>
        <p:nvPicPr>
          <p:cNvPr id="8" name="Graphic 7" descr="Branching Diagram">
            <a:extLst>
              <a:ext uri="{FF2B5EF4-FFF2-40B4-BE49-F238E27FC236}">
                <a16:creationId xmlns:a16="http://schemas.microsoft.com/office/drawing/2014/main" id="{733E720D-B2F2-7940-F27B-6D45FB1C8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0" y="178211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89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The FitBuddy Promise 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C2731F85-E3B9-EE3D-7575-335DFD6C7A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3336314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9514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How FitBuddy Solves the Problem 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9EBE4CBF-0F86-FD59-2AA1-CEC76DF545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99603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35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The Problem: Generic Plans Don’t Survive Real Life 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27D00877-B1DD-5F2F-1FCF-517140F211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625697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3622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The Problem: Generic Plans Don’t Survive Real Life 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A6288430-B259-58B2-D05F-D2A4A85395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33235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901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The FitBuddy Promise 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7540ACD4-90CD-62FB-36F7-CD2524A19B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2673138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4696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Your Starting Point Becomes the Blueprint </a:t>
            </a:r>
          </a:p>
        </p:txBody>
      </p:sp>
      <p:pic>
        <p:nvPicPr>
          <p:cNvPr id="6" name="Picture 5" descr="A high angle view of a drawing compass and a ruler on a diagram">
            <a:extLst>
              <a:ext uri="{FF2B5EF4-FFF2-40B4-BE49-F238E27FC236}">
                <a16:creationId xmlns:a16="http://schemas.microsoft.com/office/drawing/2014/main" id="{923C8201-DDDA-19C4-FD56-BE48BFC01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69" r="23929" b="10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1700"/>
              <a:t>FitBuddy meets you where you are. Choose your level and focus, and the right program appears.</a:t>
            </a:r>
          </a:p>
          <a:p>
            <a:pPr lvl="0">
              <a:lnSpc>
                <a:spcPct val="110000"/>
              </a:lnSpc>
            </a:pPr>
            <a:r>
              <a:rPr lang="en-US" sz="1700"/>
              <a:t>Pick Your Level </a:t>
            </a:r>
          </a:p>
          <a:p>
            <a:pPr lvl="0">
              <a:lnSpc>
                <a:spcPct val="110000"/>
              </a:lnSpc>
            </a:pPr>
            <a:r>
              <a:rPr lang="en-US" sz="1700"/>
              <a:t>        Beginner through expert-tailored to where you are now.</a:t>
            </a:r>
          </a:p>
          <a:p>
            <a:pPr lvl="0">
              <a:lnSpc>
                <a:spcPct val="110000"/>
              </a:lnSpc>
            </a:pPr>
            <a:r>
              <a:rPr lang="en-US" sz="1700"/>
              <a:t>Choose Your Focus </a:t>
            </a:r>
          </a:p>
          <a:p>
            <a:pPr lvl="0">
              <a:lnSpc>
                <a:spcPct val="110000"/>
              </a:lnSpc>
            </a:pPr>
            <a:r>
              <a:rPr lang="en-US" sz="1700"/>
              <a:t>          Body-part splits, full-body sessions, or targetted goals.</a:t>
            </a:r>
          </a:p>
          <a:p>
            <a:pPr lvl="0">
              <a:lnSpc>
                <a:spcPct val="110000"/>
              </a:lnSpc>
            </a:pPr>
            <a:r>
              <a:rPr lang="en-US" sz="1700"/>
              <a:t>Sample Programs </a:t>
            </a:r>
          </a:p>
          <a:p>
            <a:pPr lvl="0">
              <a:lnSpc>
                <a:spcPct val="110000"/>
              </a:lnSpc>
            </a:pPr>
            <a:r>
              <a:rPr lang="en-US" sz="1700"/>
              <a:t>         Ready-to-start options like weight loss and toning.</a:t>
            </a:r>
          </a:p>
        </p:txBody>
      </p:sp>
    </p:spTree>
    <p:extLst>
      <p:ext uri="{BB962C8B-B14F-4D97-AF65-F5344CB8AC3E}">
        <p14:creationId xmlns:p14="http://schemas.microsoft.com/office/powerpoint/2010/main" val="266912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sz="2800" dirty="0"/>
              <a:t>Adaptive Design: Training Principles, Not Vibes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1300"/>
              <a:t>FitBuddy is built on proven exercise science, not random workouts. Every program follows three core principles that make training effective and personal.</a:t>
            </a:r>
          </a:p>
          <a:p>
            <a:pPr lvl="0">
              <a:lnSpc>
                <a:spcPct val="110000"/>
              </a:lnSpc>
            </a:pPr>
            <a:r>
              <a:rPr lang="en-US" sz="1300"/>
              <a:t>Progression </a:t>
            </a:r>
          </a:p>
          <a:p>
            <a:pPr lvl="0">
              <a:lnSpc>
                <a:spcPct val="110000"/>
              </a:lnSpc>
            </a:pPr>
            <a:r>
              <a:rPr lang="en-US" sz="1300"/>
              <a:t>         Gradually increase demands as you improve.</a:t>
            </a:r>
          </a:p>
          <a:p>
            <a:pPr lvl="0">
              <a:lnSpc>
                <a:spcPct val="110000"/>
              </a:lnSpc>
            </a:pPr>
            <a:r>
              <a:rPr lang="en-US" sz="1300"/>
              <a:t>Specificity</a:t>
            </a:r>
          </a:p>
          <a:p>
            <a:pPr lvl="0">
              <a:lnSpc>
                <a:spcPct val="110000"/>
              </a:lnSpc>
            </a:pPr>
            <a:r>
              <a:rPr lang="en-US" sz="1300"/>
              <a:t>          Train toward your goals, not a random muscle-of-the-day.</a:t>
            </a:r>
          </a:p>
          <a:p>
            <a:pPr lvl="0">
              <a:lnSpc>
                <a:spcPct val="110000"/>
              </a:lnSpc>
            </a:pPr>
            <a:r>
              <a:rPr lang="en-US" sz="1300"/>
              <a:t>Individualisation</a:t>
            </a:r>
          </a:p>
          <a:p>
            <a:pPr lvl="0">
              <a:lnSpc>
                <a:spcPct val="110000"/>
              </a:lnSpc>
            </a:pPr>
            <a:r>
              <a:rPr lang="en-US" sz="1300"/>
              <a:t>           Plans should reflect each person’s needs and starting point.</a:t>
            </a:r>
          </a:p>
        </p:txBody>
      </p:sp>
      <p:pic>
        <p:nvPicPr>
          <p:cNvPr id="6" name="Picture 5" descr="Kettlebells on the floor">
            <a:extLst>
              <a:ext uri="{FF2B5EF4-FFF2-40B4-BE49-F238E27FC236}">
                <a16:creationId xmlns:a16="http://schemas.microsoft.com/office/drawing/2014/main" id="{CDB9118A-0168-0066-D89F-831814BF2F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00" r="-3" b="-3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71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The “Today” Engine: Turn Intention Into an Actual Workout 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AB93563E-932C-8EF7-CFA2-04C1C58440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1652854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397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When Motivation Drops, the Plan Compensates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24766A7A-87AB-9F21-F5CA-B2FF733C26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131319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6708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A Clear Case for Personalized Planning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7AD152A3-580B-9A68-FA78-CA95798770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6941937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4715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sz="3100" dirty="0"/>
              <a:t>From Workout Library to Adaptive Partner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1500"/>
              <a:t>FitBuddy scales from single exercises to full programs – aligned to your goals.</a:t>
            </a:r>
          </a:p>
          <a:p>
            <a:pPr lvl="0">
              <a:lnSpc>
                <a:spcPct val="110000"/>
              </a:lnSpc>
            </a:pPr>
            <a:r>
              <a:rPr lang="en-US" sz="1500"/>
              <a:t>Set Your Goal</a:t>
            </a:r>
          </a:p>
          <a:p>
            <a:pPr lvl="0">
              <a:lnSpc>
                <a:spcPct val="110000"/>
              </a:lnSpc>
            </a:pPr>
            <a:r>
              <a:rPr lang="en-US" sz="1500"/>
              <a:t>           Choose weight loss, strength, toning, or endurance.</a:t>
            </a:r>
          </a:p>
          <a:p>
            <a:pPr lvl="0">
              <a:lnSpc>
                <a:spcPct val="110000"/>
              </a:lnSpc>
            </a:pPr>
            <a:r>
              <a:rPr lang="en-US" sz="1500"/>
              <a:t>Run Structured sessions </a:t>
            </a:r>
          </a:p>
          <a:p>
            <a:pPr lvl="0">
              <a:lnSpc>
                <a:spcPct val="110000"/>
              </a:lnSpc>
            </a:pPr>
            <a:r>
              <a:rPr lang="en-US" sz="1500"/>
              <a:t>           Follow programs built with warm-up, work, and cool-down phases.</a:t>
            </a:r>
          </a:p>
          <a:p>
            <a:pPr lvl="0">
              <a:lnSpc>
                <a:spcPct val="110000"/>
              </a:lnSpc>
            </a:pPr>
            <a:r>
              <a:rPr lang="en-US" sz="1500"/>
              <a:t>Update Your Direction</a:t>
            </a:r>
          </a:p>
          <a:p>
            <a:pPr lvl="0">
              <a:lnSpc>
                <a:spcPct val="110000"/>
              </a:lnSpc>
            </a:pPr>
            <a:r>
              <a:rPr lang="en-US" sz="1500"/>
              <a:t>           As you improve, the plan adds new challenges.</a:t>
            </a:r>
          </a:p>
        </p:txBody>
      </p:sp>
      <p:pic>
        <p:nvPicPr>
          <p:cNvPr id="6" name="Picture 5" descr="Weights and workout gear">
            <a:extLst>
              <a:ext uri="{FF2B5EF4-FFF2-40B4-BE49-F238E27FC236}">
                <a16:creationId xmlns:a16="http://schemas.microsoft.com/office/drawing/2014/main" id="{F694FAD7-DC4C-A4B6-5DE5-AAD60187DD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25" r="15671" b="-3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23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FitBuddy Adapts With You – So Your Fitness Can Too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CF1ACA0E-98FC-B959-BEFA-F6F3968B2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780391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5141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sz="3300" dirty="0"/>
              <a:t>Unleash Your Potential with FitBuddy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1400"/>
              <a:t>FitBuddy is more than just a workout app; it’s your personalized fitness partner, engineered to adapt to your unique journey and keep you on track towards your goals.</a:t>
            </a:r>
          </a:p>
          <a:p>
            <a:pPr lvl="0">
              <a:lnSpc>
                <a:spcPct val="110000"/>
              </a:lnSpc>
            </a:pPr>
            <a:r>
              <a:rPr lang="en-US" sz="1400"/>
              <a:t>Personalized to you:  Plans tailored to your level, goals, and preferences.</a:t>
            </a:r>
          </a:p>
          <a:p>
            <a:pPr lvl="0">
              <a:lnSpc>
                <a:spcPct val="110000"/>
              </a:lnSpc>
            </a:pPr>
            <a:r>
              <a:rPr lang="en-US" sz="1400"/>
              <a:t>Adapts to Life:  Your program evolves with your progress, schedule, and challenges.</a:t>
            </a:r>
          </a:p>
          <a:p>
            <a:pPr lvl="0">
              <a:lnSpc>
                <a:spcPct val="110000"/>
              </a:lnSpc>
            </a:pPr>
            <a:r>
              <a:rPr lang="en-US" sz="1400"/>
              <a:t>Built for Consistency:  Dynamic workouts designed to overcome motivation drops.</a:t>
            </a:r>
          </a:p>
        </p:txBody>
      </p:sp>
      <p:pic>
        <p:nvPicPr>
          <p:cNvPr id="6" name="Picture 5" descr="Weights and workout gear">
            <a:extLst>
              <a:ext uri="{FF2B5EF4-FFF2-40B4-BE49-F238E27FC236}">
                <a16:creationId xmlns:a16="http://schemas.microsoft.com/office/drawing/2014/main" id="{6EE3BBFA-28AE-602F-1E2C-CA69D9287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25" r="15671" b="-3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37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pic>
        <p:nvPicPr>
          <p:cNvPr id="6" name="Picture 5" descr="Aerial view of a highway near the ocean">
            <a:extLst>
              <a:ext uri="{FF2B5EF4-FFF2-40B4-BE49-F238E27FC236}">
                <a16:creationId xmlns:a16="http://schemas.microsoft.com/office/drawing/2014/main" id="{210E2FE4-AE69-1A45-10E1-4CAE52D26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06" r="3493" b="6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4869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VanillaVTI</vt:lpstr>
      <vt:lpstr>FitBuddy</vt:lpstr>
      <vt:lpstr>The problem: Generic Plans Don’t Survive Real Life </vt:lpstr>
      <vt:lpstr>The FitBuddy Promise </vt:lpstr>
      <vt:lpstr>How FitBuddy Solves the Problem </vt:lpstr>
      <vt:lpstr>The Problem: Generic Plans Don’t Survive Real Life </vt:lpstr>
      <vt:lpstr>The Problem: Generic Plans Don’t Survive Real Life </vt:lpstr>
      <vt:lpstr>The FitBuddy Promise </vt:lpstr>
      <vt:lpstr>Your Starting Point Becomes the Blueprint </vt:lpstr>
      <vt:lpstr>Adaptive Design: Training Principles, Not Vibes</vt:lpstr>
      <vt:lpstr>The “Today” Engine: Turn Intention Into an Actual Workout </vt:lpstr>
      <vt:lpstr>When Motivation Drops, the Plan Compensates</vt:lpstr>
      <vt:lpstr>A Clear Case for Personalized Planning</vt:lpstr>
      <vt:lpstr>From Workout Library to Adaptive Partner </vt:lpstr>
      <vt:lpstr>FitBuddy Adapts With You – So Your Fitness Can Too</vt:lpstr>
      <vt:lpstr>Unleash Your Potential with FitBuddy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FitBuddy</dc:title>
  <dc:creator>Kumutha Kumu</dc:creator>
  <cp:lastModifiedBy>Kumutha Kumu</cp:lastModifiedBy>
  <cp:revision>1</cp:revision>
  <dcterms:created xsi:type="dcterms:W3CDTF">2026-09-23T03:37:02Z</dcterms:created>
  <dcterms:modified xsi:type="dcterms:W3CDTF">2026-09-23T05:18:36Z</dcterms:modified>
</cp:coreProperties>
</file>